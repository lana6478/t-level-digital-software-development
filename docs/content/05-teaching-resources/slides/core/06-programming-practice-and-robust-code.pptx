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must judge an algorithm on requirements, efficiency, data structures, presentation and maintainability.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 one syntax, one runtime and one logic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Programming Practice and Robust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2.9, 2.10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Programming Practice and Robust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a logical order of operations and efficient data structures.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naming conventions and good presentation.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characteristics of robust code.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Locate and correct errors through debugging.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Look at this line: x=a*b+c/d-e. What does it do? Now rewrite it so someone else could understand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Design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Programming Practice and Robust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Logical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Put actions in the right order so results are accurate and errors are avoided.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data structures and action order that save execution time and memory.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Naming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Meaningful names in one style: camelCase or snake_case (Python uses snake_case).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Whitespace, indentation and sensible line length make code readable.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Characteristics of robust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Programming Practice and Robust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Unexpected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Validates input and copes with anything a user types.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Unexpected termination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Handles files missing or connections dropping without crashing.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Meaningful errors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Error messages say exactly what went wrong and what to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Types of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Programming Practice and Robust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77"/>
                <a:gridCol w="4386164"/>
                <a:gridCol w="4644173"/>
              </a:tblGrid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happens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Syntax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Code breaks the language rules and will not run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Missing colon after if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Program crashes while running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Dividing by zero; opening a missing file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Logic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Runs, but gives the wrong result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Using &lt; instead of &lt;=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Debugging means locating and correcting errors: read error messages, use print statements, trace tables and IDE breakpoints.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Programming Practice and Robust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naming style does Python use for variables?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error type still runs but gives the wrong answer?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one characteristic of robust code.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 breakpoint do?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Programming Practice and Robust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naming style does Python use for variables?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snake_case.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error type still runs but gives the wrong answer?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logic error.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one characteristic of robust code.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Handles unexpected input, handles unexpected termination, or gives meaningful errors.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 breakpoint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Pauses the program at a line so you can inspect variables.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Fix and tidy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Programming Practice and Robust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Your teacher gives you a short program with poor names and three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Find and fix each bug, recording its type.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Rename variables and add whitespace and comments.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Add try except so bad input cannot crash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three bugs fixed and classified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Consistent snake_case names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Program survives bad input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 meaningful error messages matter to users?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one way to make code more efficient.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debugging technique do you find most useful?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Programming, Emerging Issues and Legislation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Practice and Robust Code</dc:title>
  <dc:subject>Digital Software Development T Level: Core Paper 1</dc:subject>
  <dc:creator>Samuel O'Connell</dc:creator>
  <cp:keywords>T Level; Digital Software Development; lesson slides; 2.9, 2.10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