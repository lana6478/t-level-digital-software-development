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must judge an algorithm on requirements, efficiency, data structures, presentation and maintainability.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snake_case.</a:t>
            </a:r>
          </a:p>
          <a:p>
            <a:r>
              <a:t>2. E.g. avoid repeating calculations inside a loop.</a:t>
            </a:r>
          </a:p>
          <a:p>
            <a:r>
              <a:t>3. They make code easier to read and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Catches errors so the program doesn't crash.</a:t>
            </a:r>
          </a:p>
          <a:p>
            <a:r>
              <a:t>2. It says what went wrong and what to do.</a:t>
            </a:r>
          </a:p>
          <a:p>
            <a:r>
              <a:t>3. E.g. a missing file or lost network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 syntax error.</a:t>
            </a:r>
          </a:p>
          <a:p>
            <a:r>
              <a:t>2. Runtime.</a:t>
            </a:r>
          </a:p>
          <a:p>
            <a:r>
              <a:t>3. Tracing, print statements, breakpoints.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 one syntax, one runtime and one logic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Programming Practice and Robust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2.9, 2.10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Programming Practice and Robust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a logical order of operations and efficient data structures.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naming conventions and good presentation.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characteristics of robust code.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Locate and correct errors through debugging.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Look at this line: x=a*b+c/d-e. What does it do? Now rewrite it so someone else could understand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Design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Programming Practice and Robust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Good code isn't just code that works.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Logical order:</a:t>
            </a:r>
            <a:r>
              <a:rPr sz="2000" b="0">
                <a:solidFill>
                  <a:srgbClr val="202122"/>
                </a:solidFill>
                <a:latin typeface="Calibri"/>
              </a:rPr>
              <a:t> put actions in the right order so results are correct, such as validating input before using it.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Efficiency:</a:t>
            </a:r>
            <a:r>
              <a:rPr sz="2000" b="0">
                <a:solidFill>
                  <a:srgbClr val="202122"/>
                </a:solidFill>
                <a:latin typeface="Calibri"/>
              </a:rPr>
              <a:t> choose data structures and steps that save time and memory, such as not repeating a calculation inside a loop when it could be done once.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Naming:</a:t>
            </a:r>
            <a:r>
              <a:rPr sz="2000" b="0">
                <a:solidFill>
                  <a:srgbClr val="202122"/>
                </a:solidFill>
                <a:latin typeface="Calibri"/>
              </a:rPr>
              <a:t> use meaningful names in one consistent style. Python uses snake_case (total_score); some languages use camelCase (totalScore).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Presentation:</a:t>
            </a:r>
            <a:r>
              <a:rPr sz="2000" b="0">
                <a:solidFill>
                  <a:srgbClr val="202122"/>
                </a:solidFill>
                <a:latin typeface="Calibri"/>
              </a:rPr>
              <a:t> whitespace, consistent indentation and sensible line lengths make code readable and maintainable.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x = a * b means nothing; area = width * height explains itself. Future you, and your teammates, will thank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Design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Programming Practice and Robust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Logical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Put actions in the right order so results are accurate and errors are avoided.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data structures and action order that save execution time and memory.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Naming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Meaningful names in one style: camelCase or snake_case (Python uses snake_case).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Whitespace, indentation and sensible line length make code readable.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Design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Programming Practice and Robust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naming style does Python use?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one way to make code more efficient.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do meaningful names matter?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Characteristics of robust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Programming Practice and Robust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Robust code keeps working when things go wrong.</a:t>
            </a:r>
          </a:p>
          <a:p>
            <a:pPr>
              <a:spcAft>
                <a:spcPts val="1260"/>
              </a:spcAft>
            </a:pPr>
            <a:r>
              <a:rPr sz="2100" b="1">
                <a:solidFill>
                  <a:srgbClr val="202122"/>
                </a:solidFill>
                <a:latin typeface="Calibri"/>
              </a:rPr>
              <a:t>It handles unexpected input:</a:t>
            </a:r>
            <a:r>
              <a:rPr sz="2100" b="0">
                <a:solidFill>
                  <a:srgbClr val="202122"/>
                </a:solidFill>
                <a:latin typeface="Calibri"/>
              </a:rPr>
              <a:t> validating everything the user types, so letters in a number field don't crash the program.</a:t>
            </a:r>
          </a:p>
          <a:p>
            <a:pPr>
              <a:spcAft>
                <a:spcPts val="1260"/>
              </a:spcAft>
            </a:pPr>
            <a:r>
              <a:rPr sz="2100" b="1">
                <a:solidFill>
                  <a:srgbClr val="202122"/>
                </a:solidFill>
                <a:latin typeface="Calibri"/>
              </a:rPr>
              <a:t>It handles unexpected termination:</a:t>
            </a:r>
            <a:r>
              <a:rPr sz="2100" b="0">
                <a:solidFill>
                  <a:srgbClr val="202122"/>
                </a:solidFill>
                <a:latin typeface="Calibri"/>
              </a:rPr>
              <a:t> files that don't exist, lost network connections or full disks are caught with try and except instead of crashing.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It gives specific, meaningful error messages that tell the user what went wrong and what to do.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Debugging, finding and fixing errors, is how code becomes robust.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try: mark = int(input('Mark: ')) except ValueError: print('Please type a whole number, like 72.')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Characteristics of robust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Programming Practice and Robust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Unexpected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Validates input and copes with anything a user types.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Unexpected termination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Handles files missing or connections dropping without crashing.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Meaningful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Error messages say exactly what went wrong and what to 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Characteristics of robust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Programming Practice and Robust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try and except do?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makes an error message meaningful?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an example of unexpected termination.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Programming Practice and Robust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Syntax errors break the language's rules, such as a missing colon or bracket. The program won't run at all, and the error message usually points to the line.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Runtime errors happen while the program runs, such as dividing by zero or opening a file that doesn't exist. The program crashes unless the error is handled.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Logic errors are the hardest:</a:t>
            </a:r>
            <a:r>
              <a:rPr sz="2200" b="0">
                <a:solidFill>
                  <a:srgbClr val="202122"/>
                </a:solidFill>
                <a:latin typeface="Calibri"/>
              </a:rPr>
              <a:t> the program runs but gives the wrong result, such as using &lt; instead of &lt;=. Find them with tracing, print statements and an IDE's breakpoints.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if score &gt; 50 when the pass mark is 50 or more is a logic error: a score of exactly 50 is wrongly failed.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Programming Practice and Robust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077"/>
                <a:gridCol w="4386164"/>
                <a:gridCol w="4644173"/>
              </a:tblGrid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Syntax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Code breaks the language rules and will not run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Missing colon after if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Program crashes while running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Dividing by zero; opening a missing file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Logic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Runs, but gives the wrong result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Using &lt; instead of &lt;=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Debugging means locating and correcting errors: read error messages, use print statements, trace tables and IDE breakpoints.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Types of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Programming Practice and Robust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error stops a program running at all?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Is dividing by zero a syntax, runtime or logic error?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can you find logic errors?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Programming Practice and Robust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naming style does Python use for variables?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error type still runs but gives the wrong answer?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one characteristic of robust code.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breakpoint do?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Programming Practice and Robust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naming style does Python use for variables?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snake_case.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error type still runs but gives the wrong answer?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logic error.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one characteristic of robust code.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Handles unexpected input, handles unexpected termination, or gives meaningful errors.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breakpoint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Pauses the program at a line so you can inspect variables.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Fix and tidy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Programming Practice and Robust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Your teacher gives you a short program with poor names and three bugs.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Find and fix each bug, recording its type.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Rename variables and add whitespace and comments.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Add try except so bad input cannot crash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three bugs fixed and classified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Consistent snake_case names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Program survives bad input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 meaningful error messages matter to users?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one way to make code more efficient.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debugging technique do you find most useful?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Programming, Emerging Issues and Legislation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Practice and Robust Code</dc:title>
  <dc:subject>Digital Software Development T Level: Core Paper 1</dc:subject>
  <dc:creator>Samuel O'Connell</dc:creator>
  <cp:keywords>T Level; Digital Software Development; lesson slides; 2.9, 2.10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