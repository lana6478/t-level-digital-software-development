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Emerging Issues and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3.1,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digital technology affects organisational culture and society.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digital inclusion, including bias in datasets.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Evaluate the impact of emerging technologies.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Generative AI can now write code. Will software developers still be needed in ten years?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Impact of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 organisational 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New ways of communicating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Higher expectations of productivity and availability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More staff monitoring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Remote, hybrid and in-office working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Automation, including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 society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Job losses and changing skills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Less human decision-making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Privacy, digital footprint and surveillance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Isolation for some, better access for others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Generative AI and globalisation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Fair access needs suitable technology and connectivity.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Check datasets for bias before training or using them.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Follow best-practice codes and public sector accessibility regulations.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Consider users' age, digital and literacy skills, culture and accessibility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Biased training data produces biased software. Developers are responsible for checking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Emerging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Processing and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Quantum computing and growing storage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Edge computing in industry, smart cities and homes.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Generative AI and machine learning.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Extended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Augmented and virtual reality.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Open source and blockchain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Shared code and tamper-resistant ledgers.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Autonomous machines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Self-driving cars, robotic assembly. Plus environmental costs: rare metals, energy, disposal.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impacts of digital technology on society.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should developers check datasets for bias?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edge computing?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environmental impact of new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impacts of digital technology on society.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job losses, privacy concerns, better access to information.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should developers check datasets for bias?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Biased data leads to unfair or inaccurate software.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edge computing?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Processing data near where it is collected rather than centrally.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environmental impact of new technology.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Rare metal use, energy use or disposal.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Ethics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group is building an AI tool to shortlist job applicants.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three ways it could exclude or disadvantage people.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a fix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Present your review in two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Considers bias in training data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Considers accessibility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Fixes are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emerging technology will most change software development?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characteristic that affects inclusivity.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professional development matter for developers?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Emerging Issues and Technologies</dc:title>
  <dc:subject>Digital Software Development T Level: Core Paper 1</dc:subject>
  <dc:creator>Samuel O'Connell</dc:creator>
  <cp:keywords>T Level; Digital Software Development; lesson slides; 3.1, 3.2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