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whys example: the upload crashes. Why? The file is too big. Why? No size check. Why? Validation was never specified. Why? Requirements missed non-functional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Problem-Solving Strategies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top-down, bottom-up and modular approaches.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root cause analysis: five whys, FMEA and event tree analysis.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the high-level problem-solving strategy to a software problem.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Your app crashes every time a user uploads a photo. What would you do first, and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Three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Top-down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Start with the whole problem and break it into smaller parts. Good when the brief is clear.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Bottom-up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Start with small, working components and combine them. Good when reliable parts exist.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Modularisation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Split the solution into self-contained modules that can be built, tested and reused separately.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Five whys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Keep asking 'why?' until you reach the underlying cause, not just the symptom.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FMEA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Failure Mode and Effects Analysis lists every way a component could fail and the effect of each.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Event tree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Starts from one event and maps every outcome that could follow.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Then 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Log it, close it, or escalate it to a manager, specialist or third party.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high-level problem-solving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68681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Define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State exactly what the problem is.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Gather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Collect information, error logs, user reports.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Look for the cause and patterns.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on a plan of action.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Implement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and apply the fix.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3850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62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39540"/>
            <a:ext cx="1734769" cy="14478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076700"/>
            <a:ext cx="1460449" cy="1173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Test that it works and nothing else broke.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approach builds a solution from small working components?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aim of the five whys?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FMEA stand for?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last step of the problem-solving strategy?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approach builds a solution from small working components?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Bottom-up.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aim of the five whys?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To find the underlying root cause rather than the symptom.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FMEA stand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Failure Mode and Effects Analysis.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last step of the problem-solving strategy?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Review the solution.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Root cause a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Problem-Solving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an online shop charges some customers twice.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the five whys to reach a believable root cause.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whether to log, close or escalate it.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Plan the fix using the six-step strategy.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'why' follows from the last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Root cause is a cause, not a symptom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Plan covers testing and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choose bottom-up over top-down?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does fixing a symptom not solve the problem?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a fix be reviewed?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Problem-Solving Strategies</dc:title>
  <dc:subject>Digital Software Development T Level: Core Paper 1</dc:subject>
  <dc:creator>Samuel O'Connell</dc:creator>
  <cp:keywords>T Level; Digital Software Development; lesson slides; 1.3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