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Top-down.</a:t>
            </a:r>
          </a:p>
          <a:p>
            <a:r>
              <a:t>2. Separate testing, teamwork, reuse.</a:t>
            </a:r>
          </a:p>
          <a:p>
            <a:r>
              <a:t>3. When reliable components already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whys example: the upload crashes. Why? The file is too big. Why? No size check. Why? Validation was never specified. Why? Requirements missed non-functional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To find the root cause, not just the symptom.</a:t>
            </a:r>
          </a:p>
          <a:p>
            <a:r>
              <a:t>2. Ways something could fail and their effects.</a:t>
            </a:r>
          </a:p>
          <a:p>
            <a:r>
              <a:t>3. It's escalated.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Problem-Solving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Problem-Solving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top-down, bottom-up and modular approaches.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root cause analysis: five whys, FMEA and event tree analysis.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the high-level problem-solving strategy to a software problem.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Your app crashes every time a user uploads a photo. What would you do first, and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Three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Problem-Solving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Top-down:</a:t>
            </a:r>
            <a:r>
              <a:rPr sz="2200" b="0">
                <a:solidFill>
                  <a:srgbClr val="202122"/>
                </a:solidFill>
                <a:latin typeface="Calibri"/>
              </a:rPr>
              <a:t> start with the whole problem and break it into smaller sub-problems until each is easy to code. It gives a clear structure.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Bottom-up:</a:t>
            </a:r>
            <a:r>
              <a:rPr sz="2200" b="0">
                <a:solidFill>
                  <a:srgbClr val="202122"/>
                </a:solidFill>
                <a:latin typeface="Calibri"/>
              </a:rPr>
              <a:t> start with small, working pieces, such as functions or libraries you already have, and combine them. It's quick when good components exist.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Modularisation: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split the program into self-contained modules, each with a clear job, inputs and outputs. Modules can be written and tested separately, shared across a team and reused in other projects.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school app is designed top-down (timetable, homework, messages), built from modules, and reuses an existing login module bottom-up.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Three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Problem-Solving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Top-down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Start with the whole problem and break it into smaller parts. Good when the brief is clear.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Bottom-up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Start with small, working components and combine them. Good when reliable parts exist.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Modularisation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Split the solution into self-contained modules that can be built, tested and reused separately.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Three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Problem-Solving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approach starts with the whole problem?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two benefits of modularisation.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When is bottom-up useful?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Problem-Solving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Fixing a symptom lets a bug come back. Root cause analysis finds why it happened.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Five whys:</a:t>
            </a:r>
            <a:r>
              <a:rPr sz="2200" b="0">
                <a:solidFill>
                  <a:srgbClr val="202122"/>
                </a:solidFill>
                <a:latin typeface="Calibri"/>
              </a:rPr>
              <a:t> keep asking 'why?' until you reach a cause you can fix.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FMEA (Failure Mode and Effects Analysis): list every way part of the system could fail and the effect, then tackle the most serious.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Event tree analysis:</a:t>
            </a:r>
            <a:r>
              <a:rPr sz="2200" b="0">
                <a:solidFill>
                  <a:srgbClr val="202122"/>
                </a:solidFill>
                <a:latin typeface="Calibri"/>
              </a:rPr>
              <a:t> start from one event and map every outcome.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Once found, the cause is logged, closed if fixed, or escalated to someone who can fix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Users are charged twice. Why? The pay button can be clicked twice. Why? It isn't disabled after the first click. Why? The requirement was never written. Fix: disable the button and add the requirement.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Problem-Solving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Five whys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Keep asking 'why?' until you reach the underlying cause, not just the symptom.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FMEA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Failure Mode and Effects Analysis lists every way a component could fail and the effect of each.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Event tree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Starts from one event and maps every outcome that could follow.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Then 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Log it, close it, or escalate it to a manager, specialist or third party.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Problem-Solving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aim of the five whys?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FMEA list?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happens to a root cause you can't fix yourself?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high-level problem-solving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Problem-Solving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68681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3850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62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Define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9540"/>
            <a:ext cx="1734769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76700"/>
            <a:ext cx="1460449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State exactly what the problem is.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3850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162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Gather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939540"/>
            <a:ext cx="1734769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076700"/>
            <a:ext cx="1460449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Collect information, error logs, user reports.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3850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162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939540"/>
            <a:ext cx="1734769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076700"/>
            <a:ext cx="1460449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Look for the cause and patterns.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3850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162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939540"/>
            <a:ext cx="1734769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076700"/>
            <a:ext cx="1460449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on a plan of action.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3850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162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Implement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939540"/>
            <a:ext cx="1734769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076700"/>
            <a:ext cx="1460449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and apply the fix.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3850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162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939540"/>
            <a:ext cx="1734769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076700"/>
            <a:ext cx="1460449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Test that it works and nothing else broke.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Problem-Solving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approach builds a solution from small working components?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aim of the five whys?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FMEA stand for?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last step of the problem-solving strategy?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Problem-Solving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approach builds a solution from small working components?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Bottom-up.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aim of the five whys?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find the underlying root cause rather than the symptom.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FMEA stand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Failure Mode and Effects Analysis.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last step of the problem-solving strategy?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Review the 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Root cause a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Problem-Solving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Scenario: an online shop charges some customers twice.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the five whys to reach a believable root cause.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whether to log, close or escalate it.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Plan the fix using the six-step strategy.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'why' follows from the last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Root cause is a cause, not a symptom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Plan covers testing and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choose bottom-up over top-down?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fixing a symptom not solve the problem?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must a fix be reviewed?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Programming, Emerging Issues and Legislation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Problem-Solving Strategies</dc:title>
  <dc:subject>Digital Software Development T Level: Core Paper 1</dc:subject>
  <dc:creator>Samuel O'Connell</dc:creator>
  <cp:keywords>T Level; Digital Software Development; lesson slides; 1.3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