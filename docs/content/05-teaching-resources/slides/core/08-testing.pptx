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why components are tested before integration.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testing methods and when each is used.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Create valid, invalid, boundary and erroneous test data.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Write a structured test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game releases with a bug that deletes save files. At what point should that bug have been caught?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32"/>
                <a:gridCol w="7924582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Whether an idea is worth building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Unit / integration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One component alone, then components working together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System / acceptance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whole system, then whether it meets the user's needs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Values at the edges of what is allowed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Performance / load / stress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Speed under normal load, heavy load and beyond its limits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Usability / regression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How easy it is to use; that changes have not broken old features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Closed box / open box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Testing without, or with, knowledge of the code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Should be accepted. Guests: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Right type, should be rejected. Guests: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At the edge. Guests: 1 and 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Erroneous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Wrong type. Guests: 'four'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Structure of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51917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will be tested.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Why each test matters.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data to use.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Expected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should happen.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Actual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77190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90906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really happened.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Automation: macros, scripts and functional testing tools can rerun tests after every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regression testing check?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field accepts 1 to 8. Give an erroneous test value.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unit and integration testing?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test components before integration?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regression testing check?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That changes have not broken existing functionality.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field accepts 1 to 8. Give an erroneous test value.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non-number, e.g. 'four'.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unit and integration testing?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Unit tests one component; integration tests components working together.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test components before integration?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Faults are easier to find and fix in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Test a login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form needs a username of 3 to 15 characters and a password of at least 8.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test plan with at least ten tests.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all four types of test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Run the tests on your teacher's sample code and record the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five columns completed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Boundaries 3, 15 and 8 tested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Failures clearly recorded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closed box testing?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write the expected result before testing?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test would find a slow website on launch 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</dc:title>
  <dc:subject>Digital Software Development T Level: Core Paper 1</dc:subject>
  <dc:creator>Samuel O'Connell</dc:creator>
  <cp:keywords>T Level; Digital Software Development; lesson slides; 2.12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