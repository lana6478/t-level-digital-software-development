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Quality assurance: validation, verification, reliability, consistency, integrity, redundancy. Maintenance depends on time, skills and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Velocity.</a:t>
            </a:r>
          </a:p>
          <a:p>
            <a:r>
              <a:t>2. Veracity.</a:t>
            </a:r>
          </a:p>
          <a:p>
            <a:r>
              <a:t>3. E.g. validation, verification, consistency.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Structure, clean, validate, enrich, output.</a:t>
            </a:r>
          </a:p>
          <a:p>
            <a:r>
              <a:t>2. Swapping characters, e.g. 1234 to 1243.</a:t>
            </a:r>
          </a:p>
          <a:p>
            <a:r>
              <a:t>3.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A line graph.</a:t>
            </a:r>
          </a:p>
          <a:p>
            <a:r>
              <a:t>2. Relational.</a:t>
            </a:r>
          </a:p>
          <a:p>
            <a:r>
              <a:t>3. So the audience understands what's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mirrors the pandas and Matplotlib skills needed in the Employer Set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CORE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Data Quality, Systems and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Paper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6.7 to 6.12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Software Development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Data Quality, Systems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six Vs of Big Data and data quality assurance.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data wrangling and how to reduce data entry errors.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Choose data visualisations and data models.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data access mechanisms and analysis tools.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A sign-up form lets people type their country. How many ways could someone type 'United Kingdom'?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six Vs of Big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Data Quality, Systems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Big Data is data too big or complex for ordinary tools, described by six Vs: volume (amount), variety (many types), variability (changing meaning and flow), velocity (speed of arrival), veracity (how trustworthy it is) and value (the insight it gives).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Data quality is maintained through validation, verification, reliability, consistency, integrity and redundancy. Maintaining data costs time, skills and money.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 social media platform handles billions of posts a day (volume, velocity) in text, images and video (variety), some from bots (veracity).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six Vs of Big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Data Quality, Systems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The amount of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Variety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Many types of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Variability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Meaning and flow change.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Velocity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Speed of arrival.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Veracity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Accuracy and trust.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56396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0756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Useful insight.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The six Vs of Big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Data Quality, Systems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Which V is about speed?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Which V is about trustworthiness?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Name one data quality method.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Data wrangling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Data Quality, Systems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Data wrangling gets raw data ready to use in five steps: structure it into a usable layout, clean it (fix errors, remove duplicates), validate it against rules, enrich it with useful extra data, and output it.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Data entry errors cause many problems. Transcription errors are copying mistakes; transposition errors swap characters (1234 becomes 1243). Validation, double-entry verification, drop-down menus and pre-filled boxes reduce them.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In Python, pandas is the usual tool for wrangling a CSV file.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>
                <a:solidFill>
                  <a:srgbClr val="FFFFFF"/>
                </a:solidFill>
                <a:latin typeface="Cambria"/>
              </a:rPr>
              <a:t>df.drop_duplicates() removes repeated rows; df['country'].replace('U.K.', 'UK') makes values consistent.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Data wrangling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Data Quality, Systems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3217" y="2519172"/>
            <a:ext cx="8985260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283177" y="221742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9466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71900"/>
            <a:ext cx="2109155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3909060"/>
            <a:ext cx="1834835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Shape raw data.</a:t>
            </a:r>
          </a:p>
        </p:txBody>
      </p:sp>
      <p:sp>
        <p:nvSpPr>
          <p:cNvPr id="11" name="Oval 10"/>
          <p:cNvSpPr/>
          <p:nvPr/>
        </p:nvSpPr>
        <p:spPr>
          <a:xfrm>
            <a:off x="3529492" y="221742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4955" y="299466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Clean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4955" y="3771900"/>
            <a:ext cx="2109155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932115" y="3909060"/>
            <a:ext cx="1834835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Remove errors and duplicates.</a:t>
            </a:r>
          </a:p>
        </p:txBody>
      </p:sp>
      <p:sp>
        <p:nvSpPr>
          <p:cNvPr id="15" name="Oval 14"/>
          <p:cNvSpPr/>
          <p:nvPr/>
        </p:nvSpPr>
        <p:spPr>
          <a:xfrm>
            <a:off x="5775807" y="221742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1270" y="299466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Validate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1270" y="3771900"/>
            <a:ext cx="2109155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178430" y="3909060"/>
            <a:ext cx="1834835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Check it meets rules.</a:t>
            </a:r>
          </a:p>
        </p:txBody>
      </p:sp>
      <p:sp>
        <p:nvSpPr>
          <p:cNvPr id="19" name="Oval 18"/>
          <p:cNvSpPr/>
          <p:nvPr/>
        </p:nvSpPr>
        <p:spPr>
          <a:xfrm>
            <a:off x="8022122" y="221742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585" y="299466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Enrich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7585" y="3771900"/>
            <a:ext cx="2109155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424745" y="3909060"/>
            <a:ext cx="1834835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Add useful data.</a:t>
            </a:r>
          </a:p>
        </p:txBody>
      </p:sp>
      <p:sp>
        <p:nvSpPr>
          <p:cNvPr id="23" name="Oval 22"/>
          <p:cNvSpPr/>
          <p:nvPr/>
        </p:nvSpPr>
        <p:spPr>
          <a:xfrm>
            <a:off x="10268437" y="221742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3900" y="299466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3900" y="3771900"/>
            <a:ext cx="2109155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671060" y="3909060"/>
            <a:ext cx="1834835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Deliver it for use.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00634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Reduce transcription and transposition errors with validation, double entry, drop-downs and pre-filled boxes.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Data wrangling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Data Quality, Systems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Name the five wrangling steps.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a transposition error?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Which Python library is used for wrangling CSV data?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Visualisation and data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Data Quality, Systems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Data visualisation presents data so people understand it: graphs, charts, tables, reports, dashboards and infographics. Choose based on the type of data, the audience and the brief. A line graph shows trends over time; a bar chart compares categories.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Data models organise stored data. Hierarchical: a tree of parents and children. Network: records with many links. Relational: tables linked by keys, the most common because it avoids duplicated data and is easy to query with SQL.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Matplotlib: plt.plot(months, sales); plt.title('Sales by month'); plt.xlabel('Month'); plt.show() produces a labelled trend 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Visualisation and data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Data Quality, Systems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Visualisation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Graphs, charts, tables, reports, dashboards, infographics. Choose by data type, audience and brief.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Hierarchical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Parent and child tree.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Network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Records with many links.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Relational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Tables of rows and columns linked by keys.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Visualisation and data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Data Quality, Systems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Which chart shows a trend over time?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Which data model uses linked tables?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label chart axes?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Access 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Data Quality, Systems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Access across platforms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Permissions:</a:t>
            </a:r>
            <a:r>
              <a:rPr sz="2200" b="0">
                <a:solidFill>
                  <a:srgbClr val="202122"/>
                </a:solidFill>
                <a:latin typeface="Calibri"/>
              </a:rPr>
              <a:t> authorisation, privileges, rights, rules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RBAC:</a:t>
            </a:r>
            <a:r>
              <a:rPr sz="2200" b="0">
                <a:solidFill>
                  <a:srgbClr val="202122"/>
                </a:solidFill>
                <a:latin typeface="Calibri"/>
              </a:rPr>
              <a:t> by role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RuBAC:</a:t>
            </a:r>
            <a:r>
              <a:rPr sz="2200" b="0">
                <a:solidFill>
                  <a:srgbClr val="202122"/>
                </a:solidFill>
                <a:latin typeface="Calibri"/>
              </a:rPr>
              <a:t> by rules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APIs:</a:t>
            </a:r>
            <a:r>
              <a:rPr sz="2200" b="0">
                <a:solidFill>
                  <a:srgbClr val="202122"/>
                </a:solidFill>
                <a:latin typeface="Calibri"/>
              </a:rPr>
              <a:t> controlled access for other software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Analysis 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Data warehouse, data lake, data mart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Data mining and reporting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Business intelligence for finance and CRM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Data Quality, Systems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13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V refers to trustworthiness?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 transposition error?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data model uses linked tables?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a data lake hold?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Data Quality, Systems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14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V refers to trustworthiness?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Veracity.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 transposition error?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Swapping characters, e.g. 1234 becomes 1243.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data model uses linked tables?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Relational.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a data lake hold?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Raw data in any format.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Clean and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Data Quality, Systems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Individual, in Python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Load the messy CSV from your teacher with pandas.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Clean it: fix inconsistent values and remove duplicates.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Calculate a total and an average.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Plot a labelled chart with Matplotlib for a manager.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Duplicates removed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Calculations correct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Chart has title, labels and legend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use a drop-down instead of free text?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visualisation suits a trend over time?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When is an API the right access mechanism?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Core Paper 2: Business Context, Data, Digital Environments and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https://lana6478.github.io/T-level-Digital-Software-Development/#/01-core-component/02-core-paper-2.md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Quality, Systems and Analysis</dc:title>
  <dc:subject>Digital Software Development T Level: Core Paper 2</dc:subject>
  <dc:creator>Samuel O'Connell</dc:creator>
  <cp:keywords>T Level; Digital Software Development; lesson slides; 6.7 to 6.12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