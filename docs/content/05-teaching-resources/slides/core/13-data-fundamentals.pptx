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Data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6.1 to 6.6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Distinguish between data, information and knowledge.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sources of data and how organisations use it.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Classify data and choose suitable data types and formats.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structures for storing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'15, 22, 9'. Is that data or information? What would make it useful?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Data, information and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351989" y="2793492"/>
            <a:ext cx="748771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2031949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Raw facts with no context: 15, 22, 9</a:t>
            </a:r>
          </a:p>
        </p:txBody>
      </p:sp>
      <p:sp>
        <p:nvSpPr>
          <p:cNvPr id="11" name="Oval 10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2498" y="3268979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498" y="404622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29658" y="418338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Data with context: minutes each user spent in the app today</a:t>
            </a:r>
          </a:p>
        </p:txBody>
      </p:sp>
      <p:sp>
        <p:nvSpPr>
          <p:cNvPr id="15" name="Oval 14"/>
          <p:cNvSpPr/>
          <p:nvPr/>
        </p:nvSpPr>
        <p:spPr>
          <a:xfrm>
            <a:off x="9519666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6356" y="3268979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Knowledge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6356" y="404622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73516" y="418338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Understanding applied: users drop off after 10 minutes, so simplify the menu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Sources and uses of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Humans (forms), AI (beware feedback loops), sensors, IoT devices, transactions.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Judged on quantity, timeframe, source and veracity, used ethically.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Pattern analysis, system performance, user monitoring, targeted marketing, threat assessment.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Transforming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Manipulating, analysing and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Quantitative (structured)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Discrete:</a:t>
            </a:r>
            <a:r>
              <a:rPr sz="2200" b="0">
                <a:solidFill>
                  <a:srgbClr val="202122"/>
                </a:solidFill>
                <a:latin typeface="Calibri"/>
              </a:rPr>
              <a:t> whole counts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Continuous:</a:t>
            </a:r>
            <a:r>
              <a:rPr sz="2200" b="0">
                <a:solidFill>
                  <a:srgbClr val="202122"/>
                </a:solidFill>
                <a:latin typeface="Calibri"/>
              </a:rPr>
              <a:t> measured values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Categorical:</a:t>
            </a:r>
            <a:r>
              <a:rPr sz="2200" b="0">
                <a:solidFill>
                  <a:srgbClr val="202122"/>
                </a:solidFill>
                <a:latin typeface="Calibri"/>
              </a:rPr>
              <a:t> fixed 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Qualitative (unstructured)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Text, images, audio, video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Stored and retrieved as a single object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Or codified into structured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types and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Data types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Data formats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Integer, real: numbers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CSV: comma-separated values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Character, string: text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JSON: key and value pairs for web APIs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Boolean: true or false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XML: data in named tags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Date: calendar dates and times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Text file: plain text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Blob: binary objects such as images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ASCII and UTF-8: character encodings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Structures for storing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about data that gives it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File 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in individual 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Directory 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Files organised into folders.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Hierarchy 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Parent and child levels, like a tree.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turns data into information?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'number of downloads' discrete or continuous?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format is common for web APIs?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UTF-8 support that ASCII does not?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metadata?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turns data into information?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Context and meaning.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'number of downloads' discrete or continuous?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Discrete.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format is common for web APIs?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JSON.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UTF-8 support that ASCII does not?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Characters from every language (Unicode).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metadata?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Data describing other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CSV to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in Python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Create a CSV of five products: name, price, in stock.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Read it in Python and convert each row to the right data types.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Output the same data as JSON using the json module.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which format suits which purpose.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Types converted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Valid JSON output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Clear justification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an example of knowledge from app data.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AI-generated data risky?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choose XML over JSON?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Business Context, Data, Digital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Fundamentals</dc:title>
  <dc:subject>Digital Software Development T Level: Core Paper 2</dc:subject>
  <dc:creator>Samuel O'Connell</dc:creator>
  <cp:keywords>T Level; Digital Software Development; lesson slides; 6.1 to 6.6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