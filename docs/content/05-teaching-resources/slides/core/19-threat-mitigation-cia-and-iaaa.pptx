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Hashing.</a:t>
            </a:r>
          </a:p>
          <a:p>
            <a:r>
              <a:t>2. Authorised testing to find weaknesses.</a:t>
            </a:r>
          </a:p>
          <a:p>
            <a:r>
              <a:t>3. A stolen password alone isn't enough to log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Availability.</a:t>
            </a:r>
          </a:p>
          <a:p>
            <a:r>
              <a:t>2. Data hasn't been tampered with.</a:t>
            </a:r>
          </a:p>
          <a:p>
            <a:r>
              <a:t>3. Access control and encryption.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Authentication.</a:t>
            </a:r>
          </a:p>
          <a:p>
            <a:r>
              <a:t>2. Authorisation.</a:t>
            </a:r>
          </a:p>
          <a:p>
            <a:r>
              <a:t>3. Audit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Threat Mitigation, the CIA Triad and IAAA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8.3, 8.4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threat mitigation techniques.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firewall configuration and network segregation.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the CIA triad properties support each other.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IAAA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do most websites ask you to verify your email address before you can use your account?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Mitigation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Layered defences protect systems.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Protect devices with security settings, anti-malware, hardening and updates. Control access with access policies, MFA and password managers. Protect data with encryption: hashing (one way, for passwords), symmetric (one shared key) and asymmetric (a public and private key pair); and back it up. Protect networks with intrusion detection, VPNs, air gaps and certified APIs. Vet and train staff, and test defences with port scanning and ethical penetration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An API protected by HTTPS, API keys, rate limiting and input validation shrugs off most automated attacks.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Mitigation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Protect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Security settings, anti-malware, hardening,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Control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Access policies, MFA, password managers.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Protect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Hashing, symmetric and asymmetric encryption; backups.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Protect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Intrusion detection, VPNs, air gaps, API certification.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Vetting and training.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Port scanning and ethical penetration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Mitigation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encryption type is one way?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ethical hacking?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use MFA?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Internet security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Firewall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Inbound and outbound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Traffic type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Application rules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IP address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Network 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Segregation: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virtual, physical, offline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Network monitoring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Port scanning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CIA triad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The CIA triad is the three goals of security.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Confidentiality:</a:t>
            </a:r>
            <a:r>
              <a:rPr sz="2200" b="0">
                <a:solidFill>
                  <a:srgbClr val="202122"/>
                </a:solidFill>
                <a:latin typeface="Calibri"/>
              </a:rPr>
              <a:t> only authorised people can access data, using access control and encryption.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Integrity:</a:t>
            </a:r>
            <a:r>
              <a:rPr sz="2200" b="0">
                <a:solidFill>
                  <a:srgbClr val="202122"/>
                </a:solidFill>
                <a:latin typeface="Calibri"/>
              </a:rPr>
              <a:t> data isn't tampered with, using permissions, hashing and validation. Confidentiality supports integrity.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Availability:</a:t>
            </a:r>
            <a:r>
              <a:rPr sz="2200" b="0">
                <a:solidFill>
                  <a:srgbClr val="202122"/>
                </a:solidFill>
                <a:latin typeface="Calibri"/>
              </a:rPr>
              <a:t> data and systems are there when needed, using backups, redundancy and DDoS protection. Integrity makes availability worthwhile.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DDoS attack on an online shop breaks availability; an attacker changing prices breaks integrity; leaked customer data breaks confidentiality.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CIA triad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Confidentiality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Controlling who can access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is not tampered with. Supported by confidentiality.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Availability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is there when needed. Supported by integrity.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The CIA triad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property does a DDoS attack target?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integrity mean?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is confidentiality protected?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IAAA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IAAA is how systems control users.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Identification: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the user claims an identity, such as a username. Authentication: the system checks it, with a password, biometrics or MFA. Authorisation: the system decides what the user may do, using roles or access control lists. Accountability: actions are logged so they can be traced to the user.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As a developer you build all four into your app's account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In a school app: username (identification), password plus code (authentication), teachers can edit marks but students can't (authorisation), every change is logged (accountability).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IAAA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79349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Who are you? Username, card or biometric.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Authentication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Prove it: password, MFA, biometrics.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Authorisation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What can you do? Roles and access control lists.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Accountability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What did you do? Audit logs.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The IAAA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stage checks a password?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stage decides what a user can do?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is accountability achieved?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hash passwords rather than encrypt them?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an air gap?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IAAA stage checks permissions?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CIA property does a DDoS attack target?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hash passwords rather than encrypt them?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Hashing is one way, so stored passwords cannot be reversed.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an air gap?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Physically isolating a system from other networks.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IAAA stage checks permissions?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Authorisation.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CIA property does a DDoS attack target?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Availability.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Design secure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Threat Mitigation, the CIA Triad and IAAA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Design the account system for a school revision app.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Map each IAAA stage to a feature.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Link each feature to C, I or A.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two mitigation techniques for the server.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four IAAA stages covered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Passwords hashed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Audit logging included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an example of multi-factor authentication.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an audit log provide?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ethical hacking legal?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Business Context, Data, Digital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 Mitigation, the CIA Triad and IAAA</dc:title>
  <dc:subject>Digital Software Development T Level: Core Paper 2</dc:subject>
  <dc:creator>Samuel O'Connell</dc:creator>
  <cp:keywords>T Level; Digital Software Development; lesson slides; 8.3, 8.4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