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The Employer Set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Component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Employer Set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Software Development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Employer 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weighting and conditions of the Employer Set Project.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what each task requires.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Plan how to prepare for each task.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In the ESP you cannot use the internet or AI tools. Which skills do you need to have practised beforehand?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What is the ESP?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Employer 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40% of the core assessments, 100 marks.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Up to 14 hours 30 minutes across several sessions.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A realistic vocational brief, externally set and marked.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No internet access or AI tools during assessed sessions.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The order and detail of tasks can change each series, but the number and focus of tasks stay the same.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Employer 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6024" y="2656332"/>
            <a:ext cx="9359646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95984" y="235458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3182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Pre-task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09060"/>
            <a:ext cx="1734769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046220"/>
            <a:ext cx="1460449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Research the industry context. Not assessed.</a:t>
            </a:r>
          </a:p>
        </p:txBody>
      </p:sp>
      <p:sp>
        <p:nvSpPr>
          <p:cNvPr id="11" name="Oval 10"/>
          <p:cNvSpPr/>
          <p:nvPr/>
        </p:nvSpPr>
        <p:spPr>
          <a:xfrm>
            <a:off x="2967913" y="235458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0569" y="313182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Task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0569" y="3909060"/>
            <a:ext cx="1734769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57729" y="4046220"/>
            <a:ext cx="1460449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Gantt chart, resource and cost plan, rationale.</a:t>
            </a:r>
          </a:p>
        </p:txBody>
      </p:sp>
      <p:sp>
        <p:nvSpPr>
          <p:cNvPr id="15" name="Oval 14"/>
          <p:cNvSpPr/>
          <p:nvPr/>
        </p:nvSpPr>
        <p:spPr>
          <a:xfrm>
            <a:off x="4839843" y="235458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2498" y="313182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Task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2498" y="3909060"/>
            <a:ext cx="1734769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29658" y="4046220"/>
            <a:ext cx="1460449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Test and fix defects in existing code.</a:t>
            </a:r>
          </a:p>
        </p:txBody>
      </p:sp>
      <p:sp>
        <p:nvSpPr>
          <p:cNvPr id="19" name="Oval 18"/>
          <p:cNvSpPr/>
          <p:nvPr/>
        </p:nvSpPr>
        <p:spPr>
          <a:xfrm>
            <a:off x="6711772" y="235458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4427" y="313182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Task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4427" y="3909060"/>
            <a:ext cx="1734769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01587" y="4046220"/>
            <a:ext cx="1460449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Decompose and design a solution.</a:t>
            </a:r>
          </a:p>
        </p:txBody>
      </p:sp>
      <p:sp>
        <p:nvSpPr>
          <p:cNvPr id="23" name="Oval 22"/>
          <p:cNvSpPr/>
          <p:nvPr/>
        </p:nvSpPr>
        <p:spPr>
          <a:xfrm>
            <a:off x="8583701" y="235458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6356" y="313182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Task 4a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6356" y="3909060"/>
            <a:ext cx="1734769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73516" y="4046220"/>
            <a:ext cx="1460449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Develop the solution in Python.</a:t>
            </a:r>
          </a:p>
        </p:txBody>
      </p:sp>
      <p:sp>
        <p:nvSpPr>
          <p:cNvPr id="27" name="Oval 26"/>
          <p:cNvSpPr/>
          <p:nvPr/>
        </p:nvSpPr>
        <p:spPr>
          <a:xfrm>
            <a:off x="10455630" y="235458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8286" y="313182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Task 4b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08286" y="3909060"/>
            <a:ext cx="1734769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45446" y="4046220"/>
            <a:ext cx="1460449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Reflective evaluation.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What earns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Employer 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Task 2 testing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Tests, purpose, valid, valid extreme, invalid, invalid extreme and erroneous data, expected and actual results.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Task 3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Good decomposition, clear algorithms, correct conventions, a design a third party could build.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Task 4a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Functions, meaningful names, comments, local variables, constants, exception handling.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User experience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Simple input, meaningful messages, data visualisation with Matplotlib.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How to prepare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Employer 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Practise Gantt charts and cost plans against a deadline.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Practise finding and fixing bugs in code you did not write.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Get fluent with pandas and Matplotlib on CSV files.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Practise flowcharts with correct symbols.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Write reflections against success criteria.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With no internet, you need the Python reference in your head. Practise without looking things 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Employer 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percentage of the core assessments is the ESP?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the five types of test data in Task 2.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library is suggested for graphs?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must a Task 3 design allow a third party to do?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Employer 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percentage of the core assessments is the ESP?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40%.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the five types of test data in Task 2.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Valid, valid extreme, invalid, invalid extreme, erroneous.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library is suggested for graphs?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Matplotlib.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must a Task 3 design allow a third party to do?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Build the proposed solution from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Mini Task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The Employer 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40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Individual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Your teacher gives you a short program with four defects.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a test table before changing anything.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Fix each defect and retest.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Justify each fix in one sentence.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All five test data types used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Every defect fixed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Expected and actual results compared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ESP task are you most worried about?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makes code well organised?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goes in a reflective evaluation?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Employer Set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https://lana6478.github.io/T-level-Digital-Software-Development/#/01-core-component/03-employer-set-project.md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Employer Set Project</dc:title>
  <dc:subject>Digital Software Development T Level: Core Component</dc:subject>
  <dc:creator>Samuel O'Connell</dc:creator>
  <cp:keywords>T Level; Digital Software Development; lesson slides; Employer Set Project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