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Business to consumer.</a:t>
            </a:r>
          </a:p>
          <a:p>
            <a:r>
              <a:t>2. External.</a:t>
            </a:r>
          </a:p>
          <a:p>
            <a:r>
              <a:t>3. The voluntary or charity sector.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Something that frustrates users, e.g. slow response.</a:t>
            </a:r>
          </a:p>
          <a:p>
            <a:r>
              <a:t>2. Software must work with other existing and future systems.</a:t>
            </a:r>
          </a:p>
          <a:p>
            <a:r>
              <a:t>3. Any two: functionality, accessibility, compatibility, availability,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E.g. breaches, non-compliance, exclusion, failure.</a:t>
            </a:r>
          </a:p>
          <a:p>
            <a:r>
              <a:t>2. E.g. fines, legal action, reputational damage.</a:t>
            </a:r>
          </a:p>
          <a:p>
            <a:r>
              <a:t>3. Secure, tested, accessible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The Business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5.1, 5.2, 5.3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business sectors, models and stakeholders.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how digital systems add value to each part of a business.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user needs and quality expectations software must meet.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risks and impacts of using digital systems.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Name an app you use every day. Who makes money from it, and how?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business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Organisations provide products or services. The private sector (SMEs, large enterprises and NGOs) usually aims for profit; the public sector is run by government; the voluntary or charity sector is not for profit.</a:t>
            </a:r>
          </a:p>
          <a:p>
            <a:pPr>
              <a:spcAft>
                <a:spcPts val="1260"/>
              </a:spcAft>
            </a:pPr>
            <a:r>
              <a:rPr sz="2100" b="1">
                <a:solidFill>
                  <a:srgbClr val="202122"/>
                </a:solidFill>
                <a:latin typeface="Calibri"/>
              </a:rPr>
              <a:t>Business models describe the customer:</a:t>
            </a:r>
            <a:r>
              <a:rPr sz="2100" b="0">
                <a:solidFill>
                  <a:srgbClr val="202122"/>
                </a:solidFill>
                <a:latin typeface="Calibri"/>
              </a:rPr>
              <a:t> B2C sells to consumers, B2B to other businesses, B2M to a mass market.</a:t>
            </a:r>
          </a:p>
          <a:p>
            <a:pPr>
              <a:spcAft>
                <a:spcPts val="1260"/>
              </a:spcAft>
            </a:pPr>
            <a:r>
              <a:rPr sz="2100" b="1">
                <a:solidFill>
                  <a:srgbClr val="202122"/>
                </a:solidFill>
                <a:latin typeface="Calibri"/>
              </a:rPr>
              <a:t>Stakeholders are everyone affected:</a:t>
            </a:r>
            <a:r>
              <a:rPr sz="2100" b="0">
                <a:solidFill>
                  <a:srgbClr val="202122"/>
                </a:solidFill>
                <a:latin typeface="Calibri"/>
              </a:rPr>
              <a:t> internal ones (owners, directors, employees) and external ones (customers, suppliers, shareholders, investors and government). Good software meets their different needs.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company selling accounting software to small firms is private sector and B2B.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business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Sectors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Private (SME, large enterprise, NGO), public, and voluntary or charity.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Business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B2C sells to consumers, B2B to businesses, B2M to a mass market.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Internal stakeholders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Owners, directors and employees.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External stakeholders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Customers, suppliers, shareholders, outsourced services, investors, government.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The business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B2C mean?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Is a supplier an internal or external stakeholder?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sector is not for profit?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Digital value across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9832"/>
                <a:gridCol w="7924582"/>
              </a:tblGrid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How digital systems help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Sales and marketing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Market research, social media, online selling, personalisation, analytics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Research and development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Unique products and services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HR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Staff records, performance and training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Operations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Communication, automation, remote working, document sharing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Management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Real-time KPI monitoring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Logistics and finance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Automated stock control; lower costs, more revenue, better reporting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What users expect from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Software must meet users' needs and quality expectations to add value.</a:t>
            </a:r>
          </a:p>
          <a:p>
            <a:pPr>
              <a:spcAft>
                <a:spcPts val="1320"/>
              </a:spcAft>
            </a:pPr>
            <a:r>
              <a:rPr sz="2200" b="1">
                <a:solidFill>
                  <a:srgbClr val="202122"/>
                </a:solidFill>
                <a:latin typeface="Calibri"/>
              </a:rPr>
              <a:t>Functionality:</a:t>
            </a:r>
            <a:r>
              <a:rPr sz="2200" b="0">
                <a:solidFill>
                  <a:srgbClr val="202122"/>
                </a:solidFill>
                <a:latin typeface="Calibri"/>
              </a:rPr>
              <a:t> it does the job properly. Fewer pain points: fast responses and simple tasks. Accessibility: usable by everyone. Compatibility: works with older (legacy) systems, future systems and external services. Availability: minimal downtime. Support: good help for users and easy installation.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Software that misses these gets abandoned, however clever its code.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banking app that takes 10 seconds to log in has a pain point. Users switch to a rival even if every feature works.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What users expect from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Does the job well.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Fewer pain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Fast response, simple tasks.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Accessibility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Usable by everyone.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Compatibility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Works with legacy, future and external systems.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Availability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Minimal downtime.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Good end-user support and easy installation.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What users expect from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a pain point?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does compatibility matter?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Give two quality expectations.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Risks and impacts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1">
                <a:solidFill>
                  <a:srgbClr val="202122"/>
                </a:solidFill>
                <a:latin typeface="Calibri"/>
              </a:rPr>
              <a:t>Relying on software brings risks:</a:t>
            </a:r>
            <a:r>
              <a:rPr sz="2200" b="0">
                <a:solidFill>
                  <a:srgbClr val="202122"/>
                </a:solidFill>
                <a:latin typeface="Calibri"/>
              </a:rPr>
              <a:t> security and privacy breaches, breaking laws or regulations, excluding users through bias or poor design, being overtaken by rival technology, and systems failing or not being fit for purpose.</a:t>
            </a:r>
          </a:p>
          <a:p>
            <a:pPr>
              <a:spcAft>
                <a:spcPts val="1320"/>
              </a:spcAft>
            </a:pPr>
            <a:r>
              <a:rPr sz="2200" b="1">
                <a:solidFill>
                  <a:srgbClr val="202122"/>
                </a:solidFill>
                <a:latin typeface="Calibri"/>
              </a:rPr>
              <a:t>The impacts can be serious:</a:t>
            </a:r>
            <a:r>
              <a:rPr sz="2200" b="0">
                <a:solidFill>
                  <a:srgbClr val="202122"/>
                </a:solidFill>
                <a:latin typeface="Calibri"/>
              </a:rPr>
              <a:t> legal action, fines, reputational damage, losing a licence to operate and losing business.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Developers reduce these risks through secure, tested, accessible, well-designed code.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retailer's website leaks card details through an SQL injection flaw: fines, lawsuits and lost customers.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Risks and impacts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Risks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Security and privacy breaches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Legal or regulatory non-compliance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Excluding users through bias or poor UX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Rival technologies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Over-reliance, failure or systems unfit for purpose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Impacts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Legal action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Fines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Reputational damage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Loss of licence to practise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Lost business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Risks and impacts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Name two risks of relying on software.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Give two impacts of a data breach.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How can developers reduce these risks?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B2C mean?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Is a shareholder an internal or external stakeholder?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'pain point'?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two impacts of a data breach.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14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B2C mean?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Business to consumer.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Is a shareholder an internal or external stakeholder?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External.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'pain point'?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Something that frustrates users, such as slow response or complex tasks.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two impacts of a data breach.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legal action, fines, reputational damage, loss of licence, lost business.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Pitch a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a local business and a software feature that would help it.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Identify which business area gains value and how.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List the stakeholders affected.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Identify two risks and how you would reduce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Value is specific and measurable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Stakeholders split internal and external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Risks are realistic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an example of a B2B software product.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user expectation matters most for a banking app?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How can poor UX exclude users?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2: Business Context, Data, Digital Environments and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https://lana6478.github.io/T-level-Digital-Software-Development/#/01-core-component/02-core-paper-2.md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Business Context</dc:title>
  <dc:subject>Digital Software Development T Level: Core Paper 2</dc:subject>
  <dc:creator>Samuel O'Connell</dc:creator>
  <cp:keywords>T Level; Digital Software Development; lesson slides; 5.1, 5.2, 5.3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