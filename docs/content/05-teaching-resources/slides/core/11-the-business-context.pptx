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The Business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5.1, 5.2, 5.3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business sectors, models and stakeholders.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digital systems add value to each part of a business.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user needs and quality expectations software must meet.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risks and impacts of using digital systems.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Name an app you use every day. Who makes money from it, and how?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business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Private (SME, large enterprise, NGO), public, and voluntary or charity.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Business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B2C sells to consumers, B2B to businesses, B2M to a mass market.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Internal stakeholders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Owners, directors and employees.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External stakeholders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Customers, suppliers, shareholders, outsourced services, investors, government.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Digital value across 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832"/>
                <a:gridCol w="7924582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How digital systems help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Sales and marketing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Market research, social media, online selling, personalisation, analytics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Research and development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Unique products and services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Staff records, performance and training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Communication, automation, remote working, document sharing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Management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Real-time KPI monitoring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Logistics and finance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Automated stock control; lower costs, more revenue, better reporting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What users expect from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Does the job well.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Fewer pain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Fast response, simple tasks.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Accessibility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Usable by everyone.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Compatibility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Works with legacy, future and external systems.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Minimal downtime.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Good end-user support and easy installation.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Risks and impacts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Risks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Security and privacy breaches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Legal or regulatory non-compliance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Excluding users through bias or poor UX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Rival technologies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Over-reliance, failure or systems unfit for purpose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Impacts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Legal action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Fines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Reputational damage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Loss of licence to practise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Lost business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B2C mean?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Is a shareholder an internal or external stakeholder?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'pain point'?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impacts of a data breach.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B2C mean?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Business to consumer.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Is a shareholder an internal or external stakeholder?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External.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'pain point'?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Something that frustrates users, such as slow response or complex tasks.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impacts of a data breach.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legal action, fines, reputational damage, loss of licence, lost business.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Pitch a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local business and a software feature that would help it.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which business area gains value and how.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List the stakeholders affected.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two risks and how you would reduce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Value is specific and measurable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Stakeholders split internal and external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Risks are realistic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an example of a B2B software product.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user expectation matters most for a banking app?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can poor UX exclude users?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Business Context, Data, Digital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Business Context</dc:title>
  <dc:subject>Digital Software Development T Level: Core Paper 2</dc:subject>
  <dc:creator>Samuel O'Connell</dc:creator>
  <cp:keywords>T Level; Digital Software Development; lesson slides; 5.1, 5.2, 5.3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