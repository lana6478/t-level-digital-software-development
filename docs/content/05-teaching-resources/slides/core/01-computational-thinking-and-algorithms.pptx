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the starter: the steps students grouped were decomposition; the details they skipped were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Flowchart symbols: terminator, process, sub-process, decision, input/output, arrows and labels. The full list is on the Flowchart and Python notation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Computational Thinking and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1.1,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four components of computational thinking and when to use each.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Express an algorithm as a flowchart, a written description and code.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Determine an algorithm's purpose and output, and correct errors in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Translate an algorithm between notations.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Write instructions for making a cup of tea for someone who has never been in a kitchen. What did you have to break down? What did you leave out?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four components of computational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Break a problem or solution into smaller, manageable parts. Show it with block diagrams, flowcharts, code or written descriptions.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Pattern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Spot similarities within and between problems, and reuse solutions that worked before.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Abstraction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only what matters: the inputs, outputs, what varies, what stays constant and the key repeated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Algorithmic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Express the solution as clear, ordered steps a computer can follow.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Weighing up computational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Large problems become manageable pieces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Parts can be built and tested separately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Reusing patterns saves development time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Abstraction focuses effort on what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Drawbacks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Decomposing takes time up front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Over-abstraction can hide an important detail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false pattern leads to the wrong solution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Parts still have to be integrated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ways to express an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425"/>
                <a:gridCol w="4314494"/>
                <a:gridCol w="4314494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Drawback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Flowchart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Visual; easy to follow the flow and decisions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Slow to draw and edit for big problems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Written description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Quick to write; hierarchical markers show order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Can be ambiguous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Precise and can be run and tested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Needs programming knowledge to read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Actions that control the order of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Steps run one after another, in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condition chooses which path to take: if, elif, else, match case.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Steps repeat: a for loop a set number of times, a while loop until a condition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Working with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Purpose:</a:t>
            </a:r>
            <a:r>
              <a:rPr sz="2200" b="0">
                <a:solidFill>
                  <a:srgbClr val="202122"/>
                </a:solidFill>
                <a:latin typeface="Calibri"/>
              </a:rPr>
              <a:t> work out what an algorithm is for by tracing it with sample inputs.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Output:</a:t>
            </a:r>
            <a:r>
              <a:rPr sz="2200" b="0">
                <a:solidFill>
                  <a:srgbClr val="202122"/>
                </a:solidFill>
                <a:latin typeface="Calibri"/>
              </a:rPr>
              <a:t> predict exactly what it will output for a given input.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Errors:</a:t>
            </a:r>
            <a:r>
              <a:rPr sz="2200" b="0">
                <a:solidFill>
                  <a:srgbClr val="202122"/>
                </a:solidFill>
                <a:latin typeface="Calibri"/>
              </a:rPr>
              <a:t> find and correct logic errors, e.g. a wrong comparison or a loop that never ends.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Translate:</a:t>
            </a:r>
            <a:r>
              <a:rPr sz="2200" b="0">
                <a:solidFill>
                  <a:srgbClr val="202122"/>
                </a:solidFill>
                <a:latin typeface="Calibri"/>
              </a:rPr>
              <a:t> turn a flowchart into code, or code into a written description.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Design:</a:t>
            </a:r>
            <a:r>
              <a:rPr sz="2200" b="0">
                <a:solidFill>
                  <a:srgbClr val="202122"/>
                </a:solidFill>
                <a:latin typeface="Calibri"/>
              </a:rPr>
              <a:t> build your own algorithm using sequence, selection and iteration.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Use a trace table: one column per variable, one row per step. It shows exactly where an algorithm goes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components of computational thinking.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flowchart symbol shows a decision?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Python keyword gives condition-controlled iteration?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benefit of expressing an algorithm as code.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trace table used for?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components of computational thinking.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Decomposition, pattern recognition, abstraction, algorithmic design.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flowchart symbol shows a decision?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diamond.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Python keyword gives condition-controlled iteration?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while.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benefit of expressing an algorithm as code.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is precise and can be run and tested.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trace table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Recording variable values step by step to check or debug an algorithm.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Flowchart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Computational Thinking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flowchart that asks for exam marks until the user enters -1, then outputs the average.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Trace it with the inputs 60, 80, -1.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Translate the flowchart into Python.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code with another pair and find one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flowchart symbols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Loop ends on -1 without counting it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Code matches the flowchart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Trace gives an average of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component of computational thinking helps most when a problem is huge?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a flowchart be better than code?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a for loop and a while loop?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Thinking and Algorithms</dc:title>
  <dc:subject>Digital Software Development T Level: Core Paper 1</dc:subject>
  <dc:creator>Samuel O'Connell</dc:creator>
  <cp:keywords>T Level; Digital Software Development; lesson slides; 1.1, 1.2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