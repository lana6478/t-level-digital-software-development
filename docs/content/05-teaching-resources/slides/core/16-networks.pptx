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7.3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network types, topologies and models.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OSI and TCP/IP models.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data packets, packet switching and error handling.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Match protocols to their purpose.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When your app calls an API, what do you think happens between your device and the server?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Network types and topologies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PAN, LAN, MAN, WAN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Personal, local, metropolitan and wide area networks.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VPN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 private, encrypted connection across a public network.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Topologies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Star, mesh and tree; logical versus physical.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Client-server, thin client, peer-to-peer.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OSI and TCP/IP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0450"/>
                <a:gridCol w="5873513"/>
                <a:gridCol w="2610450"/>
              </a:tblGrid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OSI layer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TCP/IP layer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7 Application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Services for applications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6 Presentation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Formatting, encryption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5 Session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Manages sessions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4 Transport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Reliable delivery, ports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3 Network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Addressing and routing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Internet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2 Data link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Frames, MAC addresses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1 Physical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Cables and signals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Data packets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Header:</a:t>
            </a:r>
            <a:r>
              <a:rPr sz="2400" b="0">
                <a:solidFill>
                  <a:srgbClr val="202122"/>
                </a:solidFill>
                <a:latin typeface="Calibri"/>
              </a:rPr>
              <a:t> source and destination addresses, packet number, protocol.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Payload:</a:t>
            </a:r>
            <a:r>
              <a:rPr sz="2400" b="0">
                <a:solidFill>
                  <a:srgbClr val="202122"/>
                </a:solidFill>
                <a:latin typeface="Calibri"/>
              </a:rPr>
              <a:t> the data itself.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Trailer:</a:t>
            </a:r>
            <a:r>
              <a:rPr sz="2400" b="0">
                <a:solidFill>
                  <a:srgbClr val="202122"/>
                </a:solidFill>
                <a:latin typeface="Calibri"/>
              </a:rPr>
              <a:t> error checking, e.g. a cyclic redundancy check (CRC).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Packet switching:</a:t>
            </a:r>
            <a:r>
              <a:rPr sz="2400" b="0">
                <a:solidFill>
                  <a:srgbClr val="202122"/>
                </a:solidFill>
                <a:latin typeface="Calibri"/>
              </a:rPr>
              <a:t> packets take different routes and are reassembled.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Bandwidth is how much data can flow; latency is the delay. Both affect how fast your app feels.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Common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077"/>
                <a:gridCol w="3354125"/>
                <a:gridCol w="5676212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Protocols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Web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HTTP, HTTPS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Web pages and APIs; HTTPS is encrypted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Mail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SMTP, POP, IMAP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Send, download or sync mail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Routing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RIP, OSPF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Routers share routes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FTP, SFTP, DHCP, DNS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File transfer, IP addresses, name lookup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layer handles routing in the OSI model?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CRC for?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protocol turns a domain name into an IP address?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latency?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layer handles routing in the OSI model?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Layer 3, network.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CRC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Detecting errors in transmitted data.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protocol turns a domain name into an IP address?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DNS.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latency?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delay before data arrives.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Trace an API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Draw what happens when an app requests weather data from an API.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Label the protocols used (DNS, HTTPS, TCP/IP).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Show which OSI layers are involved.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Suggest what the app should do if packets are lost.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DNS lookup included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Layers in the right order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Sensible error handling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use HTTPS for an API?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packet switching?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one benefit of client-server networks.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Business Context, Data, Digital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Networks</dc:title>
  <dc:subject>Digital Software Development T Level: Core Paper 2</dc:subject>
  <dc:creator>Samuel O'Connell</dc:creator>
  <cp:keywords>T Level; Digital Software Development; lesson slides; 7.3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