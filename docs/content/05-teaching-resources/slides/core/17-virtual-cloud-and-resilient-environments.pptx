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Virtual, Cloud and Resilient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7.4, 7.5, 7.6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Virtual, Cloud and Resilient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virtual machines, hypervisors and virtualisation trade-offs.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IaaS, PaaS and SaaS.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methods to make digital environments resilient.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Where does your code actually run when you deploy an app 'to the cloud'?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Virtual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Virtual, Cloud and Resilient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Components and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Virtual machines:</a:t>
            </a:r>
            <a:r>
              <a:rPr sz="2200" b="0">
                <a:solidFill>
                  <a:srgbClr val="202122"/>
                </a:solidFill>
                <a:latin typeface="Calibri"/>
              </a:rPr>
              <a:t> PCs, switches, routers, servers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Type 1 hypervisor on the hardware; Type 2 on an OS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Isolation, emulation, portability, sharing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Benefits and drawbacks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Cost-effective at scale, easy to manage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Better disaster recovery and testing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But:</a:t>
            </a:r>
            <a:r>
              <a:rPr sz="2200" b="0">
                <a:solidFill>
                  <a:srgbClr val="202122"/>
                </a:solidFill>
                <a:latin typeface="Calibri"/>
              </a:rPr>
              <a:t> extra hardware load and slower execution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But:</a:t>
            </a:r>
            <a:r>
              <a:rPr sz="2200" b="0">
                <a:solidFill>
                  <a:srgbClr val="202122"/>
                </a:solidFill>
                <a:latin typeface="Calibri"/>
              </a:rPr>
              <a:t> performance can be misrepresented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Cloud delivery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Virtual, Cloud and Resilient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57"/>
                <a:gridCol w="4773178"/>
                <a:gridCol w="4773178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Client manages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Provider manages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IaaS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Apps, OS, runtime, data, accounts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Virtualisation and hardware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PaaS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Apps, data, accounts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Hardware, virtualisation, OS, runtime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Accounts and data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Everything else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Cloud can be private or public. Benefits: portability, elasticity, fewer storage limits,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Making environments resilient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Virtual, Cloud and Resilient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Updates and patches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Fix vulnerabilities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Hardware replacement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Rolling plans and secure disposal.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Redundancy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Duplicate data and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Device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Remove unneeded ports, apps and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Backups and sites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Onsite, offsite, cloud; hot, warm and cold sites.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Procedures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Training, induction and careful rollout.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Virtual, Cloud and Resilient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hypervisor type runs directly on hardware?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In PaaS, who manages the operating system?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drawback of virtualisation.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hot site?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Virtual, Cloud and Resilient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hypervisor type runs directly on hardware?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Type 1.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In PaaS, who manages the operating system?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provider.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drawback of virtualisation.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Extra hardware load or slower execution.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hot site?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fully equipped backup site ready to take over almost immediately.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Deploy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Virtual, Cloud and Resilient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 are deploying a web app for a small charity.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IaaS, PaaS or SaaS and justify 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what the charity still has to manage.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three resilience measures.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Model matches the charity's skills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Responsibilities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Resilience measures realistic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developers like virtual machines for testing?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cloud model gives the most control?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store backups offsite?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Virtual, Cloud and Resilient Environments</dc:title>
  <dc:subject>Digital Software Development T Level: Core Paper 2</dc:subject>
  <dc:creator>Samuel O'Connell</dc:creator>
  <cp:keywords>T Level; Digital Software Development; lesson slides; 7.4, 7.5, 7.6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