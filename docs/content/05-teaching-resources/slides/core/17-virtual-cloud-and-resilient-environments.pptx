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A hypervisor.</a:t>
            </a:r>
          </a:p>
          <a:p>
            <a:r>
              <a:t>2. Testing on different systems without extra hardware.</a:t>
            </a:r>
          </a:p>
          <a:p>
            <a:r>
              <a:t>3. Extra hardware load or slower running.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PaaS.</a:t>
            </a:r>
          </a:p>
          <a:p>
            <a:r>
              <a:t>2. The client.</a:t>
            </a:r>
          </a:p>
          <a:p>
            <a:r>
              <a:t>3. Scaling resources up and down with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Duplicates so one failure doesn't stop the service.</a:t>
            </a:r>
          </a:p>
          <a:p>
            <a:r>
              <a:t>2. To make sure they can be restored.</a:t>
            </a:r>
          </a:p>
          <a:p>
            <a:r>
              <a:t>3. A fully ready backup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Virtual, Cloud and Resilient Environments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7.4, 7.5, 7.6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Software Development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Virtual, Cloud and Resilient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virtual machines, hypervisors and virtualisation trade-offs.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6324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IaaS, PaaS and SaaS.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11480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methods to make digital environments resilient.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Where does your code actually run when you deploy an app 'to the cloud'?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Virtual environments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Virtual, Cloud and Resilient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Virtualisation runs virtual machines (VMs) on one physical computer, managed by a hypervisor. Type 1 hypervisors run directly on hardware in data centres; Type 2 run on a normal OS, like VirtualBox on a laptop.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VMs are isolated and portable, so they're cheap at scale, easy to manage, good for disaster recovery and ideal for testing: developers can test software on different operating systems without extra hardware.</a:t>
            </a:r>
          </a:p>
          <a:p>
            <a:pPr>
              <a:spcAft>
                <a:spcPts val="1260"/>
              </a:spcAft>
            </a:pPr>
            <a:r>
              <a:rPr sz="2100" b="1">
                <a:solidFill>
                  <a:srgbClr val="202122"/>
                </a:solidFill>
                <a:latin typeface="Calibri"/>
              </a:rPr>
              <a:t>Drawbacks:</a:t>
            </a:r>
            <a:r>
              <a:rPr sz="2100" b="0">
                <a:solidFill>
                  <a:srgbClr val="202122"/>
                </a:solidFill>
                <a:latin typeface="Calibri"/>
              </a:rPr>
              <a:t> extra load on the hardware, slightly slower running, and performance figures that may not match real machines.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 developer tests their app on Windows 10, Windows 11 and Ubuntu VMs, all on one laptop.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Virtual environments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Virtual, Cloud and Resilient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Components and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Virtual machines:</a:t>
            </a:r>
            <a:r>
              <a:rPr sz="2200" b="0">
                <a:solidFill>
                  <a:srgbClr val="202122"/>
                </a:solidFill>
                <a:latin typeface="Calibri"/>
              </a:rPr>
              <a:t> PCs, switches, routers, servers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Type 1 hypervisor on the hardware; Type 2 on an OS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Isolation, emulation, portability, sharing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Benefits and drawbacks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Cost-effective at scale, easy to manage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Better disaster recovery and testing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But:</a:t>
            </a:r>
            <a:r>
              <a:rPr sz="2200" b="0">
                <a:solidFill>
                  <a:srgbClr val="202122"/>
                </a:solidFill>
                <a:latin typeface="Calibri"/>
              </a:rPr>
              <a:t> extra hardware load and slower execution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But:</a:t>
            </a:r>
            <a:r>
              <a:rPr sz="2200" b="0">
                <a:solidFill>
                  <a:srgbClr val="202122"/>
                </a:solidFill>
                <a:latin typeface="Calibri"/>
              </a:rPr>
              <a:t> performance can be misrepresented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Virtual environments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Virtual, Cloud and Resilient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manages virtual machines?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are VMs useful for developers?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Give one drawback of virtualisation.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Cloud delivery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Virtual, Cloud and Resilient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Cloud computing rents computing over the internet, public or private, bringing portability, elasticity, fewer storage limits and lower costs.</a:t>
            </a:r>
          </a:p>
          <a:p>
            <a:pPr>
              <a:spcAft>
                <a:spcPts val="1320"/>
              </a:spcAft>
            </a:pPr>
            <a:r>
              <a:rPr sz="2200" b="1">
                <a:solidFill>
                  <a:srgbClr val="202122"/>
                </a:solidFill>
                <a:latin typeface="Calibri"/>
              </a:rPr>
              <a:t>IaaS:</a:t>
            </a:r>
            <a:r>
              <a:rPr sz="2200" b="0">
                <a:solidFill>
                  <a:srgbClr val="202122"/>
                </a:solidFill>
                <a:latin typeface="Calibri"/>
              </a:rPr>
              <a:t> the provider supplies virtual hardware; you manage the OS, runtime, apps and data.</a:t>
            </a:r>
          </a:p>
          <a:p>
            <a:pPr>
              <a:spcAft>
                <a:spcPts val="1320"/>
              </a:spcAft>
            </a:pPr>
            <a:r>
              <a:rPr sz="2200" b="1">
                <a:solidFill>
                  <a:srgbClr val="202122"/>
                </a:solidFill>
                <a:latin typeface="Calibri"/>
              </a:rPr>
              <a:t>PaaS:</a:t>
            </a:r>
            <a:r>
              <a:rPr sz="2200" b="0">
                <a:solidFill>
                  <a:srgbClr val="202122"/>
                </a:solidFill>
                <a:latin typeface="Calibri"/>
              </a:rPr>
              <a:t> the provider also manages the OS and runtime; you just deploy your code and manage data and users. It's popular with developers.</a:t>
            </a:r>
          </a:p>
          <a:p>
            <a:pPr>
              <a:spcAft>
                <a:spcPts val="1320"/>
              </a:spcAft>
            </a:pPr>
            <a:r>
              <a:rPr sz="2200" b="1">
                <a:solidFill>
                  <a:srgbClr val="202122"/>
                </a:solidFill>
                <a:latin typeface="Calibri"/>
              </a:rPr>
              <a:t>SaaS:</a:t>
            </a:r>
            <a:r>
              <a:rPr sz="2200" b="0">
                <a:solidFill>
                  <a:srgbClr val="202122"/>
                </a:solidFill>
                <a:latin typeface="Calibri"/>
              </a:rPr>
              <a:t> the provider runs the whole application; you only manage users and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Deploying a Python web app to a platform that handles servers and updates is PaaS. Using Google Docs is SaaS.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Cloud delivery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Virtual, Cloud and Resilient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3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8057"/>
                <a:gridCol w="4773178"/>
                <a:gridCol w="4773178"/>
              </a:tblGrid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Client manages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Provider manages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IaaS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Apps, OS, runtime, data, accounts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Virtualisation and hardware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PaaS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Apps, data, accounts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Hardware, virtualisation, OS, runtime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SaaS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Accounts and data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Everything else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Cloud can be private or public. Benefits: portability, elasticity, fewer storage limits, cost.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Cloud delivery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Virtual, Cloud and Resilient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Which model suits a developer who just wants to deploy code?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In IaaS, who manages the OS?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elasticity?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Making environments resilient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Virtual, Cloud and Resilient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Resilient systems keep working, or recover fast, when things go wrong. They're more secure, protect reputation and cut downtime.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Methods include patching software, replacing hardware on a plan, redundant systems and data, hardening devices, backups (onsite, offsite and cloud) with tested recovery, hot, warm or cold standby sites, and standard procedures with trained staff.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An app runs in two cloud regions. When one data centre fails, traffic switches to the other and users don't notice.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Making environments resilient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Virtual, Cloud and Resilient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Updates and patches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Fix vulnerabilities quickly.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800" b="1" i="0">
                <a:solidFill>
                  <a:srgbClr val="03306E"/>
                </a:solidFill>
                <a:latin typeface="Calibri"/>
              </a:rPr>
              <a:t>Hardware replacement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Rolling plans and secure disposal.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Redundancy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Duplicate data and systems.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Device hardening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Remove unneeded ports, apps and access.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Backups and sites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Onsite, offsite, cloud; hot, warm and cold sites.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6396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0756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Procedures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Training, induction and careful rollout.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Making environments resilient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Virtual, Cloud and Resilient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redundancy?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test backups?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a hot site?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Virtual, Cloud and Resilient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12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hypervisor type runs directly on hardware?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In PaaS, who manages the operating system?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one drawback of virtualisation.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 hot site?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Virtual, Cloud and Resilient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13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hypervisor type runs directly on hardware?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Type 1.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In PaaS, who manages the operating system?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 provider.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one drawback of virtualisation.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Extra hardware load or slower execution.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 hot site?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fully equipped backup site ready to take over almost immediately.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Deploy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Virtual, Cloud and Resilient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You are deploying a web app for a small charity.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Choose IaaS, PaaS or SaaS and justify it.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List what the charity still has to manage.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Add three resilience measures.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Model matches the charity's skills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Responsibilities correct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Resilience measures realistic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do developers like virtual machines for testing?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cloud model gives the most control?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store backups offsite?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2: Business Context, Data, Digital Environments and 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https://lana6478.github.io/T-level-Digital-Software-Development/#/01-core-component/02-core-paper-2.md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Virtual, Cloud and Resilient Environments</dc:title>
  <dc:subject>Digital Software Development T Level: Core Paper 2</dc:subject>
  <dc:creator>Samuel O'Connell</dc:creator>
  <cp:keywords>T Level; Digital Software Development; lesson slides; 7.4, 7.5, 7.6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