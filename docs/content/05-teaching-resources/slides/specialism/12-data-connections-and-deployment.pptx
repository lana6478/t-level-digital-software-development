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few minutes to answer on mini whiteboards or paper, then reveal the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any answers the class found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answer on a sticky note or in the chat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005840"/>
            <a:ext cx="3291840" cy="3291840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200400"/>
            <a:ext cx="2377440" cy="237744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138160" y="4023360"/>
            <a:ext cx="1371600" cy="1371600"/>
          </a:xfrm>
          <a:prstGeom prst="ellipse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33C17A"/>
                </a:solidFill>
                <a:latin typeface="Calibri"/>
              </a:rPr>
              <a:t>OCCUPATIONAL SPECIALISM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22860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Connecting to Data and Deploying Software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A9C8F0"/>
                </a:solidFill>
                <a:latin typeface="Calibri"/>
              </a:rPr>
              <a:t>Specialism Content Area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A9C8F0"/>
                </a:solidFill>
                <a:latin typeface="Calibri"/>
              </a:rPr>
              <a:t>Specification reference: 6.3, 6.4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Digital Software Development T Level  ·  Lesson slides</a:t>
            </a:r>
          </a:p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Unofficial teaching resource. Check the official Pearson specification for assessment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  ·  Specialism Content Area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Connecting to Data and Deploying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4028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6035040" cy="9144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Connect code to data sources using APIs, JDBC and ODBC.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9184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63240"/>
            <a:ext cx="6035040" cy="9144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Extract, store, update and delete data.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4340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114800"/>
            <a:ext cx="6035040" cy="9144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Select a deployment method for a project.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150876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STARTER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03306E"/>
                </a:solidFill>
                <a:latin typeface="Cambria"/>
              </a:rPr>
              <a:t>A weather app shows today's forecast. Where does that data come from, and how does the app get it?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  ·  Specialism Content Area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Connecting to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Connecting to Data and Deploying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94414" cy="3977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2086"/>
                <a:gridCol w="8772328"/>
              </a:tblGrid>
              <a:tr h="99441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Key parts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</a:tr>
              <a:tr h="99441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API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Request types and methods (GET, POST...), endpoints, parsing responses, API keys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99441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JDBC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Core API, driver manager, connection, statement, prepared statement, result set, SQL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99441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ODBC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Application, driver manager, driver, data source, connection details and credentials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71500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1">
                <a:solidFill>
                  <a:srgbClr val="54595D"/>
                </a:solidFill>
                <a:latin typeface="Calibri"/>
              </a:rPr>
              <a:t>Choose the data source and connection method that suits the context, not just the one you know.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  ·  Specialism Content Area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Working with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Connecting to Data and Deploying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Create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Store new records.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6461607" y="182880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5967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Read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1607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Extract and display data.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Update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Change existing records.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461607" y="425196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5967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Delete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1607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Remove records safely.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  ·  Specialism Content Area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Deployment 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Connecting to Data and Deploying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94414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4125"/>
                <a:gridCol w="7740289"/>
              </a:tblGrid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Suits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Local installation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Single users, offline tools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Network / server installation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Organisations managing many PCs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Mobile platforms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App store distribution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Web and cloud platforms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Anyone with a browser; easy updates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Containers and scheduling platforms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Consistent, scalable deployment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  ·  Specialism Content Area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Connecting to Data and Deploying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6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is an API endpoint?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does a prepared statement protect against?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does ODBC stand for?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Why use containers for deployment?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  ·  Specialism Content Area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Connecting to Data and Deploying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7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is an API endpoint?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 specific URL where an API receives requests.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does a prepared statement protect against?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SQL injection.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does ODBC stand for?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Open Database Connectivity.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Why use containers for deployment?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The app runs the same way everywhere and scales easily.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  ·  Specialism Content Area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Activity: Call a real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Connecting to Data and Deploying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202122"/>
                </a:solidFill>
                <a:latin typeface="Calibri"/>
              </a:rPr>
              <a:t>30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1">
                <a:solidFill>
                  <a:srgbClr val="54595D"/>
                </a:solidFill>
                <a:latin typeface="Calibri"/>
              </a:rPr>
              <a:t>Pairs, in Python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Use the requests library to call a free public API chosen by your teacher.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61004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Parse the JSON response and display three values.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9412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97096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Handle a failed request with a clear message.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7820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75504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Recommend a deployment method for your tool.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08760"/>
            <a:ext cx="3867912" cy="4572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Data parsed correctly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Errors handled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Deployment choice justified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A9C8F0"/>
                </a:solidFill>
                <a:latin typeface="Calibri"/>
              </a:rPr>
              <a:t>OCCUPATIONAL SPECIALISM  ·  Specialism Content Area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Exit ticket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Why keep API keys secret?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When would you choose a mobile deployment?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6616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What does CRUD stand for?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2926080"/>
          </a:xfrm>
          <a:prstGeom prst="roundRect">
            <a:avLst>
              <a:gd name="adj" fmla="val 8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REVISE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Revision notes for this lesson are on the study wiki: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Implement a Solution Using at Least Two Appropriate Languages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A9C8F0"/>
                </a:solidFill>
                <a:latin typeface="Calibri"/>
              </a:rPr>
              <a:t>https://lana6478.github.io/T-level-Digital-Software-Development/#/02-occupational-specialism/06-implementation.md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Connecting to Data and Deploying Software</dc:title>
  <dc:subject>Digital Software Development T Level: Specialism Content Area 6</dc:subject>
  <dc:creator>Samuel O'Connell</dc:creator>
  <cp:keywords>T Level; Digital Software Development; lesson slides; 6.3, 6.4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