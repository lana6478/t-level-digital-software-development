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Software Design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Software Design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function-oriented and object-oriented design.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data model design.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test-driven and behaviour-driven development.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functional design and choose an approach for a project.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Would you design a banking system and a physics game the same way? What would differ?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 approaches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Software Design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Function-oriented (top-down)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Break the system into functions; data flow diagrams show how data changes. Divide and conquer.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Object-oriented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Classes, objects and methods. Encapsulation, abstraction, polymorphism, inheritance. Creational, structural and behavioural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Data model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Conceptual, logical, physical, hierarchical and relational models, using E-R models and UML.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Test-driven development (TDD)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Software Design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Add a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Define what the feature should do.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Run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The new test fails.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Write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Just enough to pass.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Refactor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Run tests and tidy the code.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Repeat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Next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BDD and functional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Software Design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Behaviour-driven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Required behaviour specified before coding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Behaviours must have business value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Title, narrative, 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Functional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Modules each perform one function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Recursion and closures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First-class, higher-order and anonymous functions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Currying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Software Design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are the four characteristics of OOP?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In TDD, what comes first: the test or the code?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higher-order function?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tools support data model design?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Software Design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are the four characteristics of OOP?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Encapsulation, data abstraction, polymorphism, inheritance.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In TDD, what comes first: the test or the code?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test.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higher-order function?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function that takes or returns another function.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tools support data model design?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E-R models and UML.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TDD kata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Software Design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a function that grades a mark: A, B, C or U.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one failing test first.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just enough code to pass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Repeat until every boundary is tested, then refactor.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Tests written before code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Boundaries tested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Code refactored with tests still passing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design approach suits a game with many similar characters?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TDD reduce bugs?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inheritance?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https://lana6478.github.io/T-level-Digital-Software-Development/#/02-occupational-specialism/04-design.md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Approaches</dc:title>
  <dc:subject>Digital Software Development T Level: Specialism Content Area 4</dc:subject>
  <dc:creator>Samuel O'Connell</dc:creator>
  <cp:keywords>T Level; Digital Software Development; lesson slides; 4.1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