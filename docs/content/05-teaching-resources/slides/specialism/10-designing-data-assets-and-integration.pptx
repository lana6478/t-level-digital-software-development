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33C17A"/>
                </a:solidFill>
                <a:latin typeface="Calibri"/>
              </a:rPr>
              <a:t>OCCUPATIONAL SPECIALISM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Designing Data, Assets and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Specialism Content Area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4.3 (program, assets, platforms, databases, networks)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Designing Data, Assets and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Apply program design conventions and CMS features.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Select assets and use AI legally and ethically.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Design a database using a data dictionary, ERD and normalisation.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Plan target platforms and network integration points.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In a multiplayer game, what must happen on your device and what must happen on the server?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Program design and CMS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Designing Data, Assets and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Design conventions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Pre-defined code, BCS flowcharts, pseudocode, control structures, data types, validation, data structures.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CMS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SEO, page management, social media, analytics, workflow, publishing controls, security, versioning, APIs, multilingual.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Assets and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Designing Data, Assets and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Asset choices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File type, size, compression, streaming and encoding, metadata,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Constraints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Available bandwidth, storage and target platform.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Using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Check licences and ownership; work legally and ethically.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Designing a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Designing Data, Assets and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4006" y="2793492"/>
            <a:ext cx="8423681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63966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68979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Purpose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4622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8338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User management, e-commerce, diagnostics, performance.</a:t>
            </a:r>
          </a:p>
        </p:txBody>
      </p:sp>
      <p:sp>
        <p:nvSpPr>
          <p:cNvPr id="11" name="Oval 10"/>
          <p:cNvSpPr/>
          <p:nvPr/>
        </p:nvSpPr>
        <p:spPr>
          <a:xfrm>
            <a:off x="4371860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6533" y="3268979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Data dictionary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533" y="404622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93693" y="418338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Every field, type and rule.</a:t>
            </a:r>
          </a:p>
        </p:txBody>
      </p:sp>
      <p:sp>
        <p:nvSpPr>
          <p:cNvPr id="15" name="Oval 14"/>
          <p:cNvSpPr/>
          <p:nvPr/>
        </p:nvSpPr>
        <p:spPr>
          <a:xfrm>
            <a:off x="7179754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4427" y="3268979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ERD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404622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1587" y="418338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Entities and relationships.</a:t>
            </a:r>
          </a:p>
        </p:txBody>
      </p:sp>
      <p:sp>
        <p:nvSpPr>
          <p:cNvPr id="19" name="Oval 18"/>
          <p:cNvSpPr/>
          <p:nvPr/>
        </p:nvSpPr>
        <p:spPr>
          <a:xfrm>
            <a:off x="9987648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2321" y="3268979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Normalise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321" y="404622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09481" y="418338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To third normal form.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Platforms and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Designing Data, Assets and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Target platforms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OS, file system, physical or virtual servers, language stack, mobile or web.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Local or remote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What runs on the device, what runs on the server.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Connections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How data moves, e.g. remote system calls; system boundaries.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External systems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Third-party feeds such as sports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Designing Data, Assets and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data dictionary?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normalisation reduce?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factor when selecting a video asset.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system boundary?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Designing Data, Assets and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data dictionary?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document describing every field, its type and rules.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normalisation reduce?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Data redundancy (duplication).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factor when selecting a video asset.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E.g. file size, compression, bandwidth, quality.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system boundary?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Where your system ends and external systems begin.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Design a shop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Designing Data, Assets and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 small online shop sells products to customers who place orders.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data dictionary for three tables.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Draw the ERD.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Check it is in third normal form and explain why.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Primary and foreign keys shown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Relationships correct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No repeated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OCCUPATIONAL SPECIALISM  ·  Specialism Content Area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process some data locally?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a foreign key?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one CMS feature and why it matters.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https://lana6478.github.io/T-level-Digital-Software-Development/#/02-occupational-specialism/04-design.md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Designing Data, Assets and Integration</dc:title>
  <dc:subject>Digital Software Development T Level: Specialism Content Area 4</dc:subject>
  <dc:creator>Samuel O'Connell</dc:creator>
  <cp:keywords>T Level; Digital Software Development; lesson slides; 4.3 (program, assets, platforms, databases, networks)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