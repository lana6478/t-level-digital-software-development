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Team Roles and Project Methodologies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1.2,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roles in a digital team.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Agile, Scaled Agile, Waterfall, RAD, Lean and UCD.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Select a methodology for a given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Who decides what goes into an app: the developer, the designer or the client?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Roles in the digital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Product owner / client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Sets and communicates the requirements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Scrum master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Keeps the team cohesive and resourced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Technical lead / project manager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Technical guidance / budget, scope, schedule, risk, quality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Systems analyst / UX-UI designer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Analyses systems and writes requirements / researches users and designs the interface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Developer / operations / security engineer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Builds the solution / keeps it stable / keeps it secure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Software tester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Quality assurance across the product and process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Agile and Waterfall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1">
                <a:solidFill>
                  <a:srgbClr val="202122"/>
                </a:solidFill>
                <a:latin typeface="Calibri"/>
              </a:rPr>
              <a:t>Incremental:</a:t>
            </a:r>
            <a:r>
              <a:rPr sz="2100" b="0">
                <a:solidFill>
                  <a:srgbClr val="202122"/>
                </a:solidFill>
                <a:latin typeface="Calibri"/>
              </a:rPr>
              <a:t> sprints, epics, stories, spikes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Requirements can keep changing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Users see working software every iteration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Less formal documentation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Scaled Agile extends it to large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Waterfall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Rigid, systematic stages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Progress measured by completed artefacts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High upfront cost, slower return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Cancelled early may leave nothing usable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Heavy documentation, little user contact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Other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Fast prototypes improved systematically. Features before quality, heavy code reuse. Small to medium 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Cut waste, defer decisions, short cycles, fit-for-use iterations. Small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User Centred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Empathetic, iterative, interdisciplinary: understand, specify, design, assess.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Who keeps a Scrum team cohesive and resourced?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methodology measures progress by completed artefacts?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sprint?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methodology relies heavily on reusing code?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Who keeps a Scrum team cohesive and resourced?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scrum master.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methodology measures progress by completed artefacts?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Waterfall.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sprint?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short, fixed period of work delivering an increment.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methodology relies heavily on reusing code?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Pick the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Team Roles and Project Methodologies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Three projects: an NHS records system, a start-up's first app, and a charity's accessible website.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methodology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Justify each choice with two features of the methodology.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Assign team roles for one project.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Choice fits the risk and requirements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Features correctly described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Roles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Waterfall the right choice?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UX designer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Agile suit changing requirements?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Analyse a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https://lana6478.github.io/T-level-Digital-Software-Development/#/02-occupational-specialism/01-analyse-a-problem.md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Roles and Project Methodologies</dc:title>
  <dc:subject>Digital Software Development T Level: Specialism Content Area 1</dc:subject>
  <dc:creator>Samuel O'Connell</dc:creator>
  <cp:keywords>T Level; Digital Software Development; lesson slides; 1.2, 1.3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