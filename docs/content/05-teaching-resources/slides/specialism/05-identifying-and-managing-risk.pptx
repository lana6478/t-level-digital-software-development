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33C17A"/>
                </a:solidFill>
                <a:latin typeface="Calibri"/>
              </a:rPr>
              <a:t>OCCUPATIONAL SPECIALISM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Identifying and Managing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Specialism Content Area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Software Development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Identifying and Managing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Identify risks in developing a software product.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Assess risk by likelihood, seriousness and impact.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Plan mitigation, contingency and monitoring.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Justify decisions by weighing risk against reward.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Launching a feature a week early could win customers, but it has not been fully tested. Would you launch?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Risks to identify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Identifying and Managing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Malicious or accidental damage to data and systems.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Compatibility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With other systems.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Delivery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Speed of development; meeting requirements and KPIs.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Legal and ethical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Breaking laws or harming users.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Users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Poor engagement or limited reach.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Managing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Identifying and Managing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3217" y="2793492"/>
            <a:ext cx="8985260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283177" y="249174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68979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Identify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4622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18338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List the risks for the context and market.</a:t>
            </a:r>
          </a:p>
        </p:txBody>
      </p:sp>
      <p:sp>
        <p:nvSpPr>
          <p:cNvPr id="11" name="Oval 10"/>
          <p:cNvSpPr/>
          <p:nvPr/>
        </p:nvSpPr>
        <p:spPr>
          <a:xfrm>
            <a:off x="3529492" y="249174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4955" y="3268979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Assess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4955" y="404622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932115" y="418338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Likelihood against seriousness and impact.</a:t>
            </a:r>
          </a:p>
        </p:txBody>
      </p:sp>
      <p:sp>
        <p:nvSpPr>
          <p:cNvPr id="15" name="Oval 14"/>
          <p:cNvSpPr/>
          <p:nvPr/>
        </p:nvSpPr>
        <p:spPr>
          <a:xfrm>
            <a:off x="5775807" y="249174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1270" y="3268979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Mitigate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1270" y="404622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78430" y="418338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Reduce the likelihood or impact.</a:t>
            </a:r>
          </a:p>
        </p:txBody>
      </p:sp>
      <p:sp>
        <p:nvSpPr>
          <p:cNvPr id="19" name="Oval 18"/>
          <p:cNvSpPr/>
          <p:nvPr/>
        </p:nvSpPr>
        <p:spPr>
          <a:xfrm>
            <a:off x="8022122" y="249174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585" y="3268979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Contingency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87585" y="404622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424745" y="418338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Plan what happens if it occurs.</a:t>
            </a:r>
          </a:p>
        </p:txBody>
      </p:sp>
      <p:sp>
        <p:nvSpPr>
          <p:cNvPr id="23" name="Oval 22"/>
          <p:cNvSpPr/>
          <p:nvPr/>
        </p:nvSpPr>
        <p:spPr>
          <a:xfrm>
            <a:off x="10268437" y="249174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3900" y="3268979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Monitor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3900" y="404622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71060" y="418338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Keep checking.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Organisational policies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Identifying and Managing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Backup and security policies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Confidentiality, integrity and availability (CIA)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Personnel, skills and training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Business continuity planning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Disaster recovery planning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Good decisions weigh risk against reward for the specific context and market.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Identifying and Managing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two things are weighed in risk assessment?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212592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94304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 contingency plan?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806695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788408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one organisational policy that reduces risk.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Identifying and Managing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two things are weighed in risk assessment?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Likelihood and seriousness (impact).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212592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94304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 contingency plan?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plan for what to do if the risk happens.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806695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788408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one organisational policy that reduces risk.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E.g. backup, security, business continuity or disaster recovery policy.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Risk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Identifying and Managing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Build a risk register for a new online booking system.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Include at least six risks.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Score likelihood and seriousness from 1 to 5.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Add mitigation, contingency and an owner for each.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Covers security, legal and user risks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Scores justified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Every risk has an owner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OCCUPATIONAL SPECIALISM  ·  Specialism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risk would stop you launching?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monitor risks after launch?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Give one reward that might justify a risk.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Ethics and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https://lana6478.github.io/T-level-Digital-Software-Development/#/02-occupational-specialism/02-ethics-and-risk.md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Identifying and Managing Risk</dc:title>
  <dc:subject>Digital Software Development T Level: Specialism Content Area 2</dc:subject>
  <dc:creator>Samuel O'Connell</dc:creator>
  <cp:keywords>T Level; Digital Software Development; lesson slides; 2.2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