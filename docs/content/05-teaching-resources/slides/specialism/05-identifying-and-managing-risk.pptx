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security, compatibility, delivery, legal, engagement.</a:t>
            </a:r>
          </a:p>
          <a:p>
            <a:r>
              <a:t>2. Likelihood weighed against seriousness and impact.</a:t>
            </a:r>
          </a:p>
          <a:p>
            <a:r>
              <a:t>3. E.g. failing on older devices or other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What you'll do if a risk happens.</a:t>
            </a:r>
          </a:p>
          <a:p>
            <a:r>
              <a:t>2. Risks change over time.</a:t>
            </a:r>
          </a:p>
          <a:p>
            <a:r>
              <a:t>3. E.g. backup, security, business continuity.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Identifying and Managing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risks in developing a software product.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Assess risk by likelihood, seriousness and impact.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 mitigation, contingency and monitoring.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Justify decisions by weighing risk against reward.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Launching a feature a week early could win customers, but it has not been fully tested. Would you launch?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Risks to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Software projects face many kinds of risk.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Security:</a:t>
            </a:r>
            <a:r>
              <a:rPr sz="2200" b="0">
                <a:solidFill>
                  <a:srgbClr val="202122"/>
                </a:solidFill>
                <a:latin typeface="Calibri"/>
              </a:rPr>
              <a:t> data or systems damaged maliciously or by accident. Compatibility with other systems. Delivery: development taking too long, or failing to meet requirements and KPIs. Legal and ethical problems. Users: poor engagement or limited reach.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Each risk is assessed by weighing its likelihood against its seriousness and potential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food delivery app risks: a data breach (security), failing on older phones (compatibility), missing launch day (delivery), and users not returning (engagement).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Risks to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Malicious or accidental damage to data and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With other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Speed of development; meeting requirements and KPIs.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Legal and ethical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Breaking laws or harming users.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Poor engagement or limited 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Risks to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three types of project risk.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is a risk assessed?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a compatibility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Managing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Risk management is a cycle.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Identify the risks for your specific context and market. Assess each for likelihood and seriousness. Mitigate: reduce the likelihood or impact. Plan contingencies: what you'll do if the risk happens. Monitor: keep checking, because risks change.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Organisations support this with policies for backup, security, the CIA triad, staff skills and training, business continuity and disaster recovery. Good decisions weigh risk against reward.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Risk: the payment provider goes down. Mitigation: use a reliable provider. Contingency: a second provider ready to switch to. Monitoring: uptime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Managing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List the risks for the context and market.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Assess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Likelihood against seriousness and impact.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Mitigate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Reduce the likelihood or impact.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Contingency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Plan what happens if it occurs.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Monitor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Keep checking.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Managing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contingency plan?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keep monitoring risks?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organisational policies that reduce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Organisational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Backup and security policies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Confidentiality, integrity and availability (CIA)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Personnel, skills and training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Business continuity planning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Disaster recovery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Good decisions weigh risk against reward for the specific context and market.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two things are weighed in risk assessment?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contingency plan?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organisational policy that reduces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two things are weighed in risk assessment?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Likelihood and seriousness (impact).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contingency plan?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plan for what to do if the risk happens.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organisational policy that reduces risk.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backup, security, business continuity or disaster recovery policy.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Identifying and Managing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a risk register for a new online booking system.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Include at least six risks.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Score likelihood and seriousness from 1 to 5.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mitigation, contingency and an owner for each.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Covers security, legal and user risks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Scores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Every risk has an owner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risk would stop you launching?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monitor risks after launch?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reward that might justify a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Ethics and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https://lana6478.github.io/T-level-Digital-Software-Development/#/02-occupational-specialism/02-ethics-and-risk.md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and Managing Risk</dc:title>
  <dc:subject>Digital Software Development T Level: Specialism Content Area 2</dc:subject>
  <dc:creator>Samuel O'Connell</dc:creator>
  <cp:keywords>T Level; Digital Software Development; lesson slides; 2.2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