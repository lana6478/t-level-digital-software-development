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should also judge when working independently is more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Platforms, Version Control and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Areas 4 and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4.2, 5.1, 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development platform features from coding to deployment.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proprietary and open-source platforms, GitFlow and GitHubFlow.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reasons for collaborative techniques and code reviews.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collaborative technologies.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Two developers edit the same file at the same time and both save. What happens without version control?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Development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Coding and repositories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Branching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Building and testing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Deployment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Proprietary or open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Choosing a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Target audience and budget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Technical features, security, reliability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Staff skills and training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Speed of development and updates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Performance and compatibility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Workflow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GitFlow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Long-lived main and develop branches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Feature, release and hotfix branches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Suits scheduled releases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GitHubFlow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One main branch, always deployable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Short feature branches and pull requests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Suits continuous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collaborate?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Work happens in parallel.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Everyone stays informed.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Skills and knowledge are shared.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Code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Paired programming, informal walkthroughs, formal inspections.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Collaborative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Email, instant messaging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Resource management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Cloud storage, backup, synchronisation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Knowledge sharing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Collaboration hubs, wikis, forums, news sites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Documentation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 technical and non-technical audiences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Code collaboration, version control, source control, IDEs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branch?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workflow keeps one always-deployable main branch?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types of code review.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version control and source control?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branch?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separate line of development in a repository.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workflow keeps one always-deployable main branch?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GitHubFlow.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types of code review.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Paired programming, informal walkthroughs, formal inspections.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version control and source control?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Version control tracks changes to any files over time; source control manages source code specifically.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Branch, merge,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with Git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Create a repository and commit a small program.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Each partner makes a feature branch and changes a different function.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Open a pull request and review each other's code.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Merge both branches and resolve any conflict.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Meaningful commit messages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Review comments are constructive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Conflict resolved correctly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working alone better than pairing?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write clear commit messages?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workflow suits a website that deploys daily?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https://lana6478.github.io/T-level-Digital-Software-Development/#/02-occupational-specialism/04-design.md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Platforms, Version Control and Collaboration</dc:title>
  <dc:subject>Digital Software Development T Level: Specialism Content Areas 4 and 5</dc:subject>
  <dc:creator>Samuel O'Connell</dc:creator>
  <cp:keywords>T Level; Digital Software Development; lesson slides; 4.2, 5.1, 5.2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