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test also needs a purpose, pre-requisites and an expected result. Afterwards, record actual results, changes made, and any re-tests or regression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Testing a Software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7.1, 7.2, 7.3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 a Software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functional, non-functional, front-end and security testing.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acceptance, alpha, beta, closed box and open box testing.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Design tests with the full range of test data.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Update a test plan with results and regression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website works on your laptop. List every other situation you should test it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 a Software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Unit, smoke, integration and system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Non-functional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Availability, compatibility, configuration and load testing.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Front-end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Performance, browsers, OS, rendering, loading times, responsiveness.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Vulnerability scanning, static, dynamic and integration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 a Software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7998299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Acceptance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Does it meet the client's requirements?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Alpha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Early internal testing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Limited real, external users before release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Closed box (black box)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Inputs and outputs only, no code knowledge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Open box (white box)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Tests based on the code's structure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Tests can be manual or automatic, including AI-assisted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 a Software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Normal, accepted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Should be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Valid extreme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At the edge but allowed.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Invalid extreme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Just outside the limit.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Erroneous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Wrong type entirely.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 a Software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smoke testing?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alpha and beta testing?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For a range 1 to 100, give valid extreme and invalid extreme values.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static analysis?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 a Software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smoke testing?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quick check that the main functions work before deeper testing.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alpha and beta testing?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Alpha is internal; beta uses a limited group of real external users.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For a range 1 to 100, give valid extreme and invalid extreme values.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Valid extreme: 1 or 100. Invalid extreme: 0 or 101.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static analysis?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Checking code for problems without running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Full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 a Software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feature from your own project.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tests using all five test data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one front-end and one security test.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Run them, record results and plan regression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Pre-requisites stated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data types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Regression testing planned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run beta tests with real users?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open box testing?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should regression tests 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Testing a Software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https://lana6478.github.io/T-level-Digital-Software-Development/#/02-occupational-specialism/07-testing.md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a Software Solution</dc:title>
  <dc:subject>Digital Software Development T Level: Specialism Content Area 7</dc:subject>
  <dc:creator>Samuel O'Connell</dc:creator>
  <cp:keywords>T Level; Digital Software Development; lesson slides; 7.1, 7.2, 7.3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