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OCCUPATIONAL SPECIALISM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Emerging Technologies and Developing Your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1.5, 1.6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Emerging Technologies and Developing Your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emerging technologies affecting software development.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your own training needs for a project.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ways to close a skills gap.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Name a technology that did not exist when you started secondary school. How would you learn to build software for it?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Emerging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Emerging Technologies and Developing Your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AI and 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Generative and conversational AI, machine learning, object recognition, computer 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OT and IoT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Operational technology and connected devices.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Biometrics and robotics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Identity by body features; automation.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Cloud and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Cloud platforms, data lakes and data warehouses.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Drones and 3D printing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New physical products controlled by software.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Networks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5G and wider broadband.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Identifying and addressing training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Emerging Technologies and Developing Your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65633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35458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What knowledge and skills does the project need?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35458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Assess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Can you currently do the work?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35458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Choose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Coaching, on-the-job learning, self-study, forums, workshops.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35458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Learn and apply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Close the gap and use it in the project.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Emerging Technologies and Developing Your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computer vision?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two ways to close a skills gap.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operational technology?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Emerging Technologies and Developing Your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computer vision?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AI that interprets images or video.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two ways to close a skills gap.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coaching, on-the-job learning, self-study, online forums, online workshops.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operational technology?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Hardware and software that monitors and controls physical equipment.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Skills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Emerging Technologies and Developing Your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Individual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Pick a project: an IoT plant-watering app.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List the skills it needs.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Rate yourself on each from 1 to 5.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learning plan for your two weakest skills.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Skills are specific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Honest self-assessment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Learning methods are realistic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emerging technology excites you most?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one skill gap you have right now?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would you find out if you are ready for a task?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Analyse a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https://lana6478.github.io/T-level-Digital-Software-Development/#/02-occupational-specialism/01-analyse-a-problem.md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Emerging Technologies and Developing Your Skills</dc:title>
  <dc:subject>Digital Software Development T Level: Specialism Content Area 1</dc:subject>
  <dc:creator>Samuel O'Connell</dc:creator>
  <cp:keywords>T Level; Digital Software Development; lesson slides; 1.5, 1.6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