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Change, Maintain and Support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8.1 to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digital products change.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software change management process.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good coding principles when maintaining code in a team.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Communicate with users and resolve their issues systematically.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does your phone keep asking you to update apps that seem to work fine?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products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Preventing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Foreseeable issues: new regulations, new technology, business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Correcting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Unforeseen errors: zero-days, attacks, data corruption, failures.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Iterating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Staying relevant: feedback, new tech, competition, efficiency, future-proofing.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Software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2315" y="2686812"/>
            <a:ext cx="9627064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2275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Issues from feedback or review.</a:t>
            </a:r>
          </a:p>
        </p:txBody>
      </p:sp>
      <p:sp>
        <p:nvSpPr>
          <p:cNvPr id="11" name="Oval 10"/>
          <p:cNvSpPr/>
          <p:nvPr/>
        </p:nvSpPr>
        <p:spPr>
          <a:xfrm>
            <a:off x="2566786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3150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Document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3150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90310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changes.</a:t>
            </a:r>
          </a:p>
        </p:txBody>
      </p:sp>
      <p:sp>
        <p:nvSpPr>
          <p:cNvPr id="15" name="Oval 14"/>
          <p:cNvSpPr/>
          <p:nvPr/>
        </p:nvSpPr>
        <p:spPr>
          <a:xfrm>
            <a:off x="4171296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7661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Communicate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7661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94821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To technical and non-technical audiences.</a:t>
            </a:r>
          </a:p>
        </p:txBody>
      </p:sp>
      <p:sp>
        <p:nvSpPr>
          <p:cNvPr id="19" name="Oval 18"/>
          <p:cNvSpPr/>
          <p:nvPr/>
        </p:nvSpPr>
        <p:spPr>
          <a:xfrm>
            <a:off x="5775807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172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2172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99332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What must change.</a:t>
            </a:r>
          </a:p>
        </p:txBody>
      </p:sp>
      <p:sp>
        <p:nvSpPr>
          <p:cNvPr id="23" name="Oval 22"/>
          <p:cNvSpPr/>
          <p:nvPr/>
        </p:nvSpPr>
        <p:spPr>
          <a:xfrm>
            <a:off x="7380318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682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Schedule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6682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03842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When it will change.</a:t>
            </a:r>
          </a:p>
        </p:txBody>
      </p:sp>
      <p:sp>
        <p:nvSpPr>
          <p:cNvPr id="27" name="Oval 26"/>
          <p:cNvSpPr/>
          <p:nvPr/>
        </p:nvSpPr>
        <p:spPr>
          <a:xfrm>
            <a:off x="8984829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1193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Regression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1193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08353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nothing else broke.</a:t>
            </a:r>
          </a:p>
        </p:txBody>
      </p:sp>
      <p:sp>
        <p:nvSpPr>
          <p:cNvPr id="31" name="Oval 30"/>
          <p:cNvSpPr/>
          <p:nvPr/>
        </p:nvSpPr>
        <p:spPr>
          <a:xfrm>
            <a:off x="10589339" y="238506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5704" y="316230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1" i="0">
                <a:solidFill>
                  <a:srgbClr val="03306E"/>
                </a:solidFill>
                <a:latin typeface="Calibri"/>
              </a:rPr>
              <a:t>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75704" y="3939540"/>
            <a:ext cx="1467350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12864" y="4076700"/>
            <a:ext cx="1193030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Planned or emergency.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Maintaining code and supporting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Maintaining code in 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Separate code into modules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Write readable code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Follow agreed conventions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Comment helpfully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Keep change logs up to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Communicating with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Face to face and remote calls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Blogs, reports, release notes, guides, FAQs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Demonstrations, screencasts, narration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Machine-readable API contracts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Resolving user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6563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3545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Replicate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Identify or reproduce the issue.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3545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User, system or application error, or a breach?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3545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Fix and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Make the change, confirm it stays fixed with no new issues.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3545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Communicate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Tell stakeholders how and when.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3545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Document the lessons.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Fixing a zero-day vulnerability is which type of change?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is regression testing part of change management?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written formats for communicating with users.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first step in resolving a user issue?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Fixing a zero-day vulnerability is which type of change?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Correcting.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is regression testing part of change management?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make sure the change hasn't broken other features.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written formats for communicating with users.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blogs, reports, technical documentation, release notes, user guides, FAQs.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first step in resolving a user issue?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Identify or replicate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Release notes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Change, Maintain and Support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gives you a bug report and a code change.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Replicate the bug, fix it and add a change log entry.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release notes for non-technical users.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 technical note for other developers.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Bug replicated before fixing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Change log is clear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Tone matches each audience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an iterating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a change log?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explain a fix to a non-technical user?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Change, Maintain and Support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https://lana6478.github.io/T-level-Digital-Software-Development/#/02-occupational-specialism/08-change-maintain-support.md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Change, Maintain and Support Software</dc:title>
  <dc:subject>Digital Software Development T Level: Specialism Content Area 8</dc:subject>
  <dc:creator>Samuel O'Connell</dc:creator>
  <cp:keywords>T Level; Digital Software Development; lesson slides; 8.1 to 8.4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