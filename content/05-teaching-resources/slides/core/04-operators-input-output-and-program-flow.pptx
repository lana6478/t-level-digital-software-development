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// is integer division, % is modulus (the remainder), ** is exponentiation.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Operators, Input, Output and Program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2.4, 2.5, 2.6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Operators, Input, Output and Program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Use arithmetic, relational and Boolean operators.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Implement input and output with the keyboard, screen and text files.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Use sequence, selection and count and condition-controlled loops.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What does 17 // 5 give in Python? What about 17 % 5? Guess, then we will check.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Operators, Input, Output and Program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3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077"/>
                <a:gridCol w="4515168"/>
                <a:gridCol w="4515168"/>
              </a:tblGrid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Operators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Arithmetic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+  -  *  /  **  //  %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17 // 5 is 3; 17 % 5 is 2; 2 ** 3 is 8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Relational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==  !=  &lt;  &gt;  &lt;=  &gt;=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age &gt;= 18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Boolean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not  and  or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age &gt;= 18 and has_id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Working with text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Operators, Input, Output and Program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1884006" y="2656332"/>
            <a:ext cx="8423681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563966" y="235458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3182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Open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09060"/>
            <a:ext cx="2670733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046220"/>
            <a:ext cx="2396413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open('scores.txt', 'r') to read, 'w' to write, 'a' to append.</a:t>
            </a:r>
          </a:p>
        </p:txBody>
      </p:sp>
      <p:sp>
        <p:nvSpPr>
          <p:cNvPr id="11" name="Oval 10"/>
          <p:cNvSpPr/>
          <p:nvPr/>
        </p:nvSpPr>
        <p:spPr>
          <a:xfrm>
            <a:off x="4371860" y="235458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6533" y="313182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Read or write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6533" y="3909060"/>
            <a:ext cx="2670733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93693" y="4046220"/>
            <a:ext cx="2396413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read(), readline(), readlines(), or write().</a:t>
            </a:r>
          </a:p>
        </p:txBody>
      </p:sp>
      <p:sp>
        <p:nvSpPr>
          <p:cNvPr id="15" name="Oval 14"/>
          <p:cNvSpPr/>
          <p:nvPr/>
        </p:nvSpPr>
        <p:spPr>
          <a:xfrm>
            <a:off x="7179754" y="235458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4427" y="313182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Process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3909060"/>
            <a:ext cx="2670733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01587" y="4046220"/>
            <a:ext cx="2396413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line.strip() and line.split(',') to tidy and split each line.</a:t>
            </a:r>
          </a:p>
        </p:txBody>
      </p:sp>
      <p:sp>
        <p:nvSpPr>
          <p:cNvPr id="19" name="Oval 18"/>
          <p:cNvSpPr/>
          <p:nvPr/>
        </p:nvSpPr>
        <p:spPr>
          <a:xfrm>
            <a:off x="9987648" y="235458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2321" y="313182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Close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321" y="3909060"/>
            <a:ext cx="2670733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09481" y="4046220"/>
            <a:ext cx="2396413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close() so data is saved and the file is released.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Operators, Input, Output and Program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if / elif / else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Checks conditions in order and runs the first block that is True.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match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Compares one value against several patterns. Tidy for menus.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try except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Catches errors, e.g. when a user types letters instead of a number.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Operators, Input, Output and Program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Count-controlled: for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Repeats a known number of times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for i in range(10):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Also loops over lists:</a:t>
            </a:r>
            <a:r>
              <a:rPr sz="2200" b="0">
                <a:solidFill>
                  <a:srgbClr val="202122"/>
                </a:solidFill>
                <a:latin typeface="Calibri"/>
              </a:rPr>
              <a:t> for name in names: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Cannot loop forever by mistake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Condition-controlled: while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Repeats while a condition is True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while guess != answer: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Good when you do not know how many times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Risk:</a:t>
            </a:r>
            <a:r>
              <a:rPr sz="2200" b="0">
                <a:solidFill>
                  <a:srgbClr val="202122"/>
                </a:solidFill>
                <a:latin typeface="Calibri"/>
              </a:rPr>
              <a:t> an infinite loop if the condition never changes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Operators, Input, Output and Program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20 % 6 evaluate to?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operator checks two values are not equal?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file mode adds to the end of a file without deleting it?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loop suits 'keep asking until the password is right'?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must a file be closed?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Operators, Input, Output and Program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20 % 6 evaluate to?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2.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operator checks two values are not equal?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!=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file mode adds to the end of a file without deleting it?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'a' (append).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loop suits 'keep asking until the password is right'?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while loop.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must a file be closed?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So data is saved and the file is released.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High score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Operators, Input, Output and Program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Individual, in Python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a menu using match case: 1 add score, 2 show scores, 3 quit.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Option 1 appends 'name,score' to scores.txt.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Option 2 reads the file and prints each score using split().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Loop the menu with while until the user quits.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Menu loops correctly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File opened in the right modes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Output is tidy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Invalid menu options handled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the difference between / and //?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might a while loop never end?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use match case instead of many elif statements?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1: Problem Solving, Programming, Emerging Issues and Legislation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https://lana6478.github.io/T-level-Digital-Software-Development/#/01-core-component/01-core-paper-1.md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Operators, Input, Output and Program Flow</dc:title>
  <dc:subject>Digital Software Development T Level: Core Paper 1</dc:subject>
  <dc:creator>Samuel O'Connell</dc:creator>
  <cp:keywords>T Level; Digital Software Development; lesson slides; 2.4, 2.5, 2.6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