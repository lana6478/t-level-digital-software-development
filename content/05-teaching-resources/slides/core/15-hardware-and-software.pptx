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Hardware and Software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7.1, 7.2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computer types and hardware components.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operating system types and utilities.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Explain IDEs, compilers and interpreters.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Why does a game run faster on a gaming PC than on a school laptop? List every reason you can.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8106"/>
                <a:gridCol w="8256308"/>
              </a:tblGrid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Key points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Computer types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Personal computers, mobile devices, servers, embedded devices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Processor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Cores, clock speed and cache; mobile processors save power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Memory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RAM is volatile working memory; ROM holds start-up instructions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Storage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Magnetic, solid state, optical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75438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Other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Motherboard, GPU, network interfaces (PCI, USB), cooling, sensors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Operating system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4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2086"/>
                <a:gridCol w="8772328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Batch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Non-interactive, high volume, scheduled jobs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Multitasking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Runs tasks concurrently using time-slicing and interrupts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Real-time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Responds instantly, for control and transactions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Shares resources and manages users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Low processing needs, long battery life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Utilities: file management, defragmenters, compression, package managers, protection and backup software.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Code development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Editor with syntax highlighting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Debugging tools such as breakpoints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Screen design tools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Everything in one place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Translators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Compiler:</a:t>
            </a:r>
            <a:r>
              <a:rPr sz="2200" b="0">
                <a:solidFill>
                  <a:srgbClr val="202122"/>
                </a:solidFill>
                <a:latin typeface="Calibri"/>
              </a:rPr>
              <a:t> translates the whole program before it runs; fast to run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Interpreter:</a:t>
            </a:r>
            <a:r>
              <a:rPr sz="2200" b="0">
                <a:solidFill>
                  <a:srgbClr val="202122"/>
                </a:solidFill>
                <a:latin typeface="Calibri"/>
              </a:rPr>
              <a:t> translates and runs line by line; easier to debug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Python is usually interpreted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memory is volatile?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OS type would control a pacemaker?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is the difference between a compiler and an interpreter?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two features of an 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memory is volatile?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RAM.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814066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795778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OS type would control a pacemaker?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Real-time.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009644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991356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is the difference between a compiler and an interpreter?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 compiler translates the whole program first; an interpreter translates and runs line by line.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205221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186933"/>
            <a:ext cx="10408615" cy="103098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two features of an IDE.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Any two of: editor, debugger, screen design, syntax highlighting.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Choose a development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Hardware and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Pairs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Three projects: a mobile game, a data analysis script, and a system for a factory robot.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hardware, an OS type and a language approach for each.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development tools.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Justify each choice.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OS type matches the use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Compiled or interpreted choice justified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Hardware realistic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might a developer prefer an interpreter while testing?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a package manager do?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Name one embedded device you used today.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2: Business Context, Data, Digital Environments and Security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https://lana6478.github.io/T-level-Digital-Software-Development/#/01-core-component/02-core-paper-2.md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 and Software</dc:title>
  <dc:subject>Digital Software Development T Level: Core Paper 2</dc:subject>
  <dc:creator>Samuel O'Connell</dc:creator>
  <cp:keywords>T Level; Digital Software Development; lesson slides; 7.1, 7.2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