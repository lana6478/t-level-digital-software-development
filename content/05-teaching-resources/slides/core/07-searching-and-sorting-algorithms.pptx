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Big O notation is not required, but students must reason about best, worst and average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Searching and Sorting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Software Development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Searching and Sorting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linear and binary search.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bubble, insertion and merge sort.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algorithms using memory, execution time and number of comparisons.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Choose a suitable algorithm for a situation.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Find the word 'kiwi' in a dictionary. Did you start at page one? Why not?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Searching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Searching and Sorting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Linear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Check each item in turn from the start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Works on unsorted data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Simple to write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Slow on large lists:</a:t>
            </a:r>
            <a:r>
              <a:rPr sz="2200" b="0">
                <a:solidFill>
                  <a:srgbClr val="202122"/>
                </a:solidFill>
                <a:latin typeface="Calibri"/>
              </a:rPr>
              <a:t> may check every item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Binary 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Needs sorted data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Check the middle; discard the half that cannot contain the target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Repeat until found or nothing is left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Very fast on large lists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Sorting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Searching and Sorting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77"/>
                <a:gridCol w="5676212"/>
                <a:gridCol w="3354125"/>
              </a:tblGrid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Bubble sort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Compare neighbours and swap; repeat passes until no swaps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Tiny lists, teaching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Insertion sort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Take each item and insert it into the sorted part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Small or nearly sorted lists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113157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Merge sort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Split into single items, then merge pairs back in order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Large lists; needs extra memory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Comparing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Searching and Sorting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Execution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long it takes as the data grows.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Memory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Merge sort needs extra memory to merge; bubble and insertion sort in place.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Comparisons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Count how many times items are compared.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Best, worst, average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Bubble sort on sorted data can finish in one pass; reversed data is its worst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Searching and Sorting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must be true before a binary search?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How many items might a linear search check in a list of 1,000?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sort splits a list and merges it back together?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sort is efficient on nearly sorted data?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drawback of merge sort.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Searching and Sorting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must be true before a binary search?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data must be sorted.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How many items might a linear search check in a list of 1,000?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Up to 1,000 (every item).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sort splits a list and merges it back together?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Merge sort.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sort is efficient on nearly sorted data?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Insertion sort.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drawback of merge sort.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It uses extra memory.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Human sorting 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Software Development T Level  ·  Searching and Sorting Algorithms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Groups of eight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Each person holds a number card.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Sort yourselves using bubble sort, counting comparisons.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Shuffle and repeat with insertion sort, then merge sort.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Compare the counts and write a rule for when to use each.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algorithm followed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Comparisons counted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Rule is justified with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can't binary search work on unsorted data?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worst case for bubble sort?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algorithm would you use to sort 1 million records, and why?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Programming, Emerging Issues and Legislation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https://lana6478.github.io/T-level-Digital-Software-Development/#/01-core-component/01-core-paper-1.md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Searching and Sorting Algorithms</dc:title>
  <dc:subject>Digital Software Development T Level: Core Paper 1</dc:subject>
  <dc:creator>Samuel O'Connell</dc:creator>
  <cp:keywords>T Level; Digital Software Development; lesson slides; 2.11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