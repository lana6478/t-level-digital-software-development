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assurance: validation, verification, reliability, consistency, integrity, redundancy. Maintenance depends on time, skills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mirrors the pandas and Matplotlib skills needed in the Employer Set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Data Quality, Systems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6.7 to 6.12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six Vs of Big Data and data quality assurance.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data wrangling and how to reduce data entry errors.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data visualisations and data models.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data access mechanisms and analysis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sign-up form lets people type their country. How many ways could someone type 'United Kingdom'?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six Vs of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amount of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Variety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Many types of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Variability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Meaning and flow change.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Speed of arrival.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Veracity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Accuracy and trust.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Useful insight.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51917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Shape raw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Clean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Remove errors and duplicates.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Check it meets rules.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Enrich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Add useful data.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Deliver it for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063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Reduce transcription and transposition errors with validation, double entry, drop-downs and pre-filled boxes.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Visualisation and data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Visualisation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Graphs, charts, tables, reports, dashboards, infographics. Choose by data type, audience and brief.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Hierarchical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Parent and child tree.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Network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Records with many links.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Relational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Tables of rows and columns linked by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Access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Access across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Permissions:</a:t>
            </a:r>
            <a:r>
              <a:rPr sz="2200" b="0">
                <a:solidFill>
                  <a:srgbClr val="202122"/>
                </a:solidFill>
                <a:latin typeface="Calibri"/>
              </a:rPr>
              <a:t> authorisation, privileges, rights,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RBAC:</a:t>
            </a:r>
            <a:r>
              <a:rPr sz="2200" b="0">
                <a:solidFill>
                  <a:srgbClr val="202122"/>
                </a:solidFill>
                <a:latin typeface="Calibri"/>
              </a:rPr>
              <a:t> by role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RuBAC:</a:t>
            </a:r>
            <a:r>
              <a:rPr sz="2200" b="0">
                <a:solidFill>
                  <a:srgbClr val="202122"/>
                </a:solidFill>
                <a:latin typeface="Calibri"/>
              </a:rPr>
              <a:t> by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APIs:</a:t>
            </a:r>
            <a:r>
              <a:rPr sz="2200" b="0">
                <a:solidFill>
                  <a:srgbClr val="202122"/>
                </a:solidFill>
                <a:latin typeface="Calibri"/>
              </a:rPr>
              <a:t> controlled access for other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Analysis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Data warehouse, data lake, data mart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Data mining and reporting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Business intelligence for finance and CRM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V refers to trustworthiness?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transposition error?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data model uses linked tables?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data lake hold?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V refers to trustworthiness?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Veracity.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transposition error?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Swapping characters, e.g. 1234 becomes 1243.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data model uses linked tables?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Relational.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data lake hold?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Raw data in any format.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Clean and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Individual, in Python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Load the messy CSV from your teacher with pandas.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Clean it: fix inconsistent values and remove duplicates.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a total and an average.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Plot a labelled chart with Matplotlib for a manager.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Duplicates removed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Calculations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Chart has title, labels and legend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a drop-down instead of free text?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visualisation suits a trend over time?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an API the right access mechanism?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Quality, Systems and Analysis</dc:title>
  <dc:subject>Digital Software Development T Level: Core Paper 2</dc:subject>
  <dc:creator>Samuel O'Connell</dc:creator>
  <cp:keywords>T Level; Digital Software Development; lesson slides; 6.7 to 6.12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