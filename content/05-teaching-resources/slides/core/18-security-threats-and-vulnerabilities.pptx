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small SQLite example so students can see the injection working before fixing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Security Threats and Vulnerabilities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8.1, 8.2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why confidential information must be protected.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technical threats, including SQL injection and insecure APIs.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human and physical threats and vulnerabilities.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Suggest prevention and mitigation for 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login form sends whatever the user types straight into a database query. What could an attacker type?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confidentiality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organisations 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HR data:</a:t>
            </a:r>
            <a:r>
              <a:rPr sz="2200" b="0">
                <a:solidFill>
                  <a:srgbClr val="202122"/>
                </a:solidFill>
                <a:latin typeface="Calibri"/>
              </a:rPr>
              <a:t> salaries, personal details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Commercial data:</a:t>
            </a:r>
            <a:r>
              <a:rPr sz="2200" b="0">
                <a:solidFill>
                  <a:srgbClr val="202122"/>
                </a:solidFill>
                <a:latin typeface="Calibri"/>
              </a:rPr>
              <a:t> clients, IP, sales, contracts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Access data:</a:t>
            </a:r>
            <a:r>
              <a:rPr sz="2200" b="0">
                <a:solidFill>
                  <a:srgbClr val="202122"/>
                </a:solidFill>
                <a:latin typeface="Calibri"/>
              </a:rPr>
              <a:t> passwords, MFA, PINs, biometrics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If it leaks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Non-compliance and loss of licence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Lost trust and reputational damage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Fines, refunds, lost earnings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Legal action and reduced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Technical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Botnets and DoS / DDoS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Floods of traffic that take services 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Hacking 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Brute force, cross-site scripting, SQL injection, buffer overflow.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Malware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Viruses, worms, keyloggers, ransomware, spyware, remote access trojans.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Social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Phishing, spear phishing, smishing, vishing, pharming, watering holes, USB baiting.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Insecure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APIs without proper authentication or input checks.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Interception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DNS attacks, man-in-the-middle attacks, open Wi-Fi.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Developer defences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Prevention in code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SQL injection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Parameterised queries; never build SQL from raw input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Cross-site scripting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Escape output and validate input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Buffer overflow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Check lengths and use safe functions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Insecure APIs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Authentication, API keys, rate limits, input validation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Brute force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Account lockout, MFA, strong password rules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Human and physical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Human threats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Human error:</a:t>
            </a:r>
            <a:r>
              <a:rPr sz="2200" b="0">
                <a:solidFill>
                  <a:srgbClr val="202122"/>
                </a:solidFill>
                <a:latin typeface="Calibri"/>
              </a:rPr>
              <a:t> confirmation boxes, training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Malicious employees:</a:t>
            </a:r>
            <a:r>
              <a:rPr sz="2200" b="0">
                <a:solidFill>
                  <a:srgbClr val="202122"/>
                </a:solidFill>
                <a:latin typeface="Calibri"/>
              </a:rPr>
              <a:t> remove access fast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Disguised criminals:</a:t>
            </a:r>
            <a:r>
              <a:rPr sz="2200" b="0">
                <a:solidFill>
                  <a:srgbClr val="202122"/>
                </a:solidFill>
                <a:latin typeface="Calibri"/>
              </a:rPr>
              <a:t> ID checks, escorts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Poor cyber hygiene:</a:t>
            </a:r>
            <a:r>
              <a:rPr sz="2200" b="0">
                <a:solidFill>
                  <a:srgbClr val="202122"/>
                </a:solidFill>
                <a:latin typeface="Calibri"/>
              </a:rPr>
              <a:t> lock screens, password managers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Vulnerabilities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Weak encryption, poor password policy, no MFA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Out-of-date software and firmware, zero-days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Poor physical access control, shoulder surfing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Natural disasters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do you prevent SQL injection?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spear phishing?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makes an API insecure?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zero-day?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do you prevent SQL injection?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Use parameterised queries instead of building SQL from user input.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spear phishing?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phishing attack targeted at a specific person or organisation.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makes an API insecure?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Weak or no authentication or input validation.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zero-day?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flaw exploited before a patch exists.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Secure the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Review the vulnerable login code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every security weakness.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Rewrite it using parameterised queries, hashing and lockout.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each fix in one sentence.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SQL injection fixed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Passwords never stored in plain text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Lockout after repeated failures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threat can a developer prevent most directly?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open Wi-Fi risky?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man-in-the-middle attack?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Threats and Vulnerabilities</dc:title>
  <dc:subject>Digital Software Development T Level: Core Paper 2</dc:subject>
  <dc:creator>Samuel O'Connell</dc:creator>
  <cp:keywords>T Level; Digital Software Development; lesson slides; 8.1, 8.2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