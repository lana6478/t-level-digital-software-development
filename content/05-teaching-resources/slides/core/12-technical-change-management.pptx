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SMARTER: specific, measurable, achievable, realistic, time-bound, evaluated, reviewed. Rollback needs a backup method, a backup location and a recovery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Technical Change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internal and external triggers for change.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change management process and the role of the CAB.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implementation methods and plan for rollback.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Assess the feasibility of a digital project.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Your school switches to a new online homework system overnight. What could go wrong?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Triggers for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Internal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Restructuring, expansion or downsizing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New strategic objectives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Crises and system failures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External (PESTLE)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Political and legal:</a:t>
            </a:r>
            <a:r>
              <a:rPr sz="2200" b="0">
                <a:solidFill>
                  <a:srgbClr val="202122"/>
                </a:solidFill>
                <a:latin typeface="Calibri"/>
              </a:rPr>
              <a:t> new laws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Economic:</a:t>
            </a:r>
            <a:r>
              <a:rPr sz="2200" b="0">
                <a:solidFill>
                  <a:srgbClr val="202122"/>
                </a:solidFill>
                <a:latin typeface="Calibri"/>
              </a:rPr>
              <a:t> recession, competitors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Social:</a:t>
            </a:r>
            <a:r>
              <a:rPr sz="2200" b="0">
                <a:solidFill>
                  <a:srgbClr val="202122"/>
                </a:solidFill>
                <a:latin typeface="Calibri"/>
              </a:rPr>
              <a:t> remote working, trends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Technological:</a:t>
            </a:r>
            <a:r>
              <a:rPr sz="2200" b="0">
                <a:solidFill>
                  <a:srgbClr val="202122"/>
                </a:solidFill>
                <a:latin typeface="Calibri"/>
              </a:rPr>
              <a:t> new tech, zero-days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Environmental:</a:t>
            </a:r>
            <a:r>
              <a:rPr sz="2200" b="0">
                <a:solidFill>
                  <a:srgbClr val="202122"/>
                </a:solidFill>
                <a:latin typeface="Calibri"/>
              </a:rPr>
              <a:t> sustainability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change management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71729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New system or amendment? CAB reviews and approves.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SMARTER objectives, impact, resources.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Communicate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Share risks and impact with stakeholders.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Build and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Configure and fully test the new system.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Implement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Parallel, phased, direct or pilot.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4155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19278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97002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10718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Document, train, monitor, version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Implementation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093"/>
                <a:gridCol w="4790770"/>
                <a:gridCol w="4412551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Switch old off and new 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Fast and cheap, high risk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Parallel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Run both side by side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Safe fallback, double the 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Phased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One part at a 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Lower risk, slower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Pilot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One team or site first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Problems found early, slow rollout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Benefits and drawbacks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Savings against cost; impact on processes and reputation.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Resistance, misuse, inadequate support or knowledge, disruption.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Budget, time and resources.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the CAB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implementation method is riskiest?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plan a rollback?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How does version control software help change management?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the CAB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Prioritises, reviews and approves change requests and monitors progress.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implementation method is riskiest?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Direct.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plan a rollback?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restore the old system if the change fails.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How does version control software help change management?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It tracks every change and lets you return to earlier versions.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Plan a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Technical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college is replacing its paper attendance registers with an app.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three SMARTER objectives.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an implementation method and justify it.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rollback and training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Objectives are measurable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Method suits the risk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Rollback names what is backed up and where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external trigger for change.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a pilot be the best method?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goes in a post-implementation review?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Business Context, Data, Digital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Change Management</dc:title>
  <dc:subject>Digital Software Development T Level: Core Paper 2</dc:subject>
  <dc:creator>Samuel O'Connell</dc:creator>
  <cp:keywords>T Level; Digital Software Development; lesson slides; 5.4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