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Phone numbers are strings: they can start with 0 and you never do maths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'55'.</a:t>
            </a:r>
          </a:p>
          <a:p>
            <a:r>
              <a:t>2. Float.</a:t>
            </a:r>
          </a:p>
          <a:p>
            <a:r>
              <a:t>3. To keep leading zeros and because no maths is done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string.</a:t>
            </a:r>
          </a:p>
          <a:p>
            <a:r>
              <a:t>2. A variable created inside a function and only usable there.</a:t>
            </a:r>
          </a:p>
          <a:p>
            <a:r>
              <a:t>3. Functions can't accidentally change each other's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1. 0.</a:t>
            </a:r>
          </a:p>
          <a:p>
            <a:r>
              <a:t>2. list.append(item).</a:t>
            </a:r>
          </a:p>
          <a:p>
            <a:r>
              <a:t>3. When you want to look values up by a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Data Types, Variables and Data Structures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2.1, 2.2, 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the right standard data type for a value.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Declare and use variables and constants, and explain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type conversion functions.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and use lists, arrays and dictionaries.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What data type would you use for: a phone number, a price, whether a user is logged in? Careful with the phone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Standard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Every value in a program has a data type, which decides what it can hold and what you can do with it.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An integer is a whole number, such as 17. A float has a decimal part, such as 4.99. A string is text in quotes, such as 'Ali'. A Boolean is True or False.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Choosing the right type avoids errors. You can do maths with integers and floats but not strings; '5' + '5' gives '55', not 10. Data that looks numeric but isn't used in calculations, such as a phone number, should be a string so leading zeros aren't lost.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age = 17 (integer), price = 4.99 (float), name = 'Ali' (string), logged_in = True (Boolean), phone = '07700900123' (string).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Standard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837"/>
                <a:gridCol w="4568288"/>
                <a:gridCol w="4568288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Python 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Integer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Whole numbers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age = 17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Numbers with a decimal part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price = 4.99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Text, including digits with no maths meaning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phone = '07700900123'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True or False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logged_in = True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Standard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'5' + '5' give in Python?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type should a price be?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store a phone number as a string?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Variables and constants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named value that can change while the program runs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score = score + 10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named value that should not change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Python convention: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capitals, e.g. VAT_RATE = 0.2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Makes code easier to read and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Scope and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Scope is where in a program a variable can be used.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A local variable is created inside a function and only exists there. A global variable is created outside functions and can be read anywhere. Using mostly local variables makes code safer, because one function can't accidentally change another's data.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Type conversion changes a value's type. input() always returns a string, so convert it before doing maths: int() for whole numbers, float() for decimals, str() to turn a number into text, bool() for True or False.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age = int(input('Age? ')) converts the text '17' into the number 17. Without int(), age + 1 would cause an error.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Scope and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Local:</a:t>
            </a:r>
            <a:r>
              <a:rPr sz="2200" b="0">
                <a:solidFill>
                  <a:srgbClr val="202122"/>
                </a:solidFill>
                <a:latin typeface="Calibri"/>
              </a:rPr>
              <a:t> created inside a function, only usable there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Global:</a:t>
            </a:r>
            <a:r>
              <a:rPr sz="2200" b="0">
                <a:solidFill>
                  <a:srgbClr val="202122"/>
                </a:solidFill>
                <a:latin typeface="Calibri"/>
              </a:rPr>
              <a:t> created outside functions, usable anywhere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Prefer local variables:</a:t>
            </a:r>
            <a:r>
              <a:rPr sz="2200" b="0">
                <a:solidFill>
                  <a:srgbClr val="202122"/>
                </a:solidFill>
                <a:latin typeface="Calibri"/>
              </a:rPr>
              <a:t> fewer side effects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Type conversion functions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int('42') gives 42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float('3.5') gives 3.5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str(99) gives '99'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bool(0) gives False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input() always returns a string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Scope and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input() always return?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local variable?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prefer local variables?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Data structures hold many values under one name.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 list is an ordered, changeable collection: scores = [12, 7, 9]. Items are numbered from 0, so scores[0] is 12. Methods include append(), insert(), remove(), pop(), sort(), index() and count(), and len() gives its length.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An array is an ordered collection of items of the same type, such as a set of sensor readings.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 dictionary stores key and value pairs, so you look values up by name rather than position: user = {'name': 'Ali', 'age': 17}; user['age'] gives 17.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quiz stores questions in a list and each player's score in a dictionary: scores = {'Ali': 7, 'Sam': 9}.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30"/>
                <a:gridCol w="4845836"/>
                <a:gridCol w="4335748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 it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Ordered, changeable collection: scores = [12, 7, 9]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group of items you add to or sort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Array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Ordered collection of items of the same type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Fixed sets of values, e.g. sensor readings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Dictionary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Key and value pairs: user = {'name': 'Ali', 'age': 17}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Looking values up by a key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Useful list methods: append(), insert(), remove(), pop(), sort(), index(), count(), len(),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index is the first item in a Python list?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do you add an item to the end of a list?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When is a dictionary better than a list?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data type should store a price?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input() always return?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local variable?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do you add an item to the end of a list?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When is a dictionary better than a list?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data type should store a price?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Float.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input() always return?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string.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local variable?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variable created inside a function and only usable there.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do you add an item to the end of a list?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list.append(item).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When is a dictionary better than a list?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When you need to look values up by a key.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Build a gradebook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Data Types, Variables and Data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Individual, in Python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Create a dictionary mapping five student names to a list of marks.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Ask the user for a name and a new mark, converting the input correctly.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Append the mark to that student's list.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Output each student's highest mark using max().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data types used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Input is converted with int()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Unknown names handled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Output is clearly labelled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should a postcode be a string?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reason to use a constant.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two list methods and what they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Types, Variables and Data Structures</dc:title>
  <dc:subject>Digital Software Development T Level: Core Paper 1</dc:subject>
  <dc:creator>Samuel O'Connell</dc:creator>
  <cp:keywords>T Level; Digital Software Development; lesson slides; 2.1, 2.2, 2.3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