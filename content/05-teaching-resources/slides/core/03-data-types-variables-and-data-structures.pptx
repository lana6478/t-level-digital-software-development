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Phone numbers are strings: they can start with 0 and you never do maths on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Data Types, Variables and Data Structures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2.1, 2.2, 2.3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Software Development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Types, Variables and Data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Choose the right standard data type for a value.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Declare and use variables and constants, and explain scope.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Use type conversion functions.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Choose and use lists, arrays and dictionaries.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What data type would you use for: a phone number, a price, whether a user is logged in? Careful with the phone number.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Standard data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Types, Variables and Data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3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7837"/>
                <a:gridCol w="4568288"/>
                <a:gridCol w="4568288"/>
              </a:tblGrid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Holds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Python example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Integer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Whole numbers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age = 17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Float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Numbers with a decimal part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price = 4.99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Text, including digits with no maths meaning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phone = '07700900123'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Boolean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True or False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logged_in = True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Variables and constants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Types, Variables and Data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Variable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A named value that can change while the program runs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score = score + 10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Constant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A named value that should not change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Python convention:</a:t>
            </a:r>
            <a:r>
              <a:rPr sz="2200" b="0">
                <a:solidFill>
                  <a:srgbClr val="202122"/>
                </a:solidFill>
                <a:latin typeface="Calibri"/>
              </a:rPr>
              <a:t> capitals, e.g. VAT_RATE = 0.2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Makes code easier to read and update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Scope and 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Types, Variables and Data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Local:</a:t>
            </a:r>
            <a:r>
              <a:rPr sz="2200" b="0">
                <a:solidFill>
                  <a:srgbClr val="202122"/>
                </a:solidFill>
                <a:latin typeface="Calibri"/>
              </a:rPr>
              <a:t> created inside a function, only usable there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Global:</a:t>
            </a:r>
            <a:r>
              <a:rPr sz="2200" b="0">
                <a:solidFill>
                  <a:srgbClr val="202122"/>
                </a:solidFill>
                <a:latin typeface="Calibri"/>
              </a:rPr>
              <a:t> created outside functions, usable anywhere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Prefer local variables:</a:t>
            </a:r>
            <a:r>
              <a:rPr sz="2200" b="0">
                <a:solidFill>
                  <a:srgbClr val="202122"/>
                </a:solidFill>
                <a:latin typeface="Calibri"/>
              </a:rPr>
              <a:t> fewer side effects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Type conversion functions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int('42') gives 42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float('3.5') gives 3.5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str(99) gives '99'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bool(0) gives False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input() always returns a string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Types, Variables and Data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2830"/>
                <a:gridCol w="4845836"/>
                <a:gridCol w="4335748"/>
              </a:tblGrid>
              <a:tr h="9944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Structure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Use it for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9944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List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Ordered, changeable collection: scores = [12, 7, 9]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 group of items you add to or sort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944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Array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Ordered collection of items of the same type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Fixed sets of values, e.g. sensor readings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9944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Dictionary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Key and value pairs: user = {'name': 'Ali', 'age': 17}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Looking values up by a key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Useful list methods: append(), insert(), remove(), pop(), sort(), index(), count(), len(), 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Types, Variables and Data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data type should store a price?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input() always return?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local variable?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How do you add an item to the end of a list?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When is a dictionary better than a list?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Types, Variables and Data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data type should store a price?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Float.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input() always return?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string.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local variable?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variable created inside a function and only usable there.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How do you add an item to the end of a list?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list.append(item).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When is a dictionary better than a list?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When you need to look values up by a key.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Build a gradebook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Types, Variables and Data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Individual, in Python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Create a dictionary mapping five student names to a list of marks.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Ask the user for a name and a new mark, converting the input correctly.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Append the mark to that student's list.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Output each student's highest mark using max().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Correct data types used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Input is converted with int()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Unknown names handled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Output is clearly labelled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should a postcode be a string?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Give one reason to use a constant.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two list methods and what they 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1: Problem Solving, Programming, Emerging Issues and Legislation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https://lana6478.github.io/T-level-Digital-Software-Development/#/01-core-component/01-core-paper-1.md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Types, Variables and Data Structures</dc:title>
  <dc:subject>Digital Software Development T Level: Core Paper 1</dc:subject>
  <dc:creator>Samuel O'Connell</dc:creator>
  <cp:keywords>T Level; Digital Software Development; lesson slides; 2.1, 2.2, 2.3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