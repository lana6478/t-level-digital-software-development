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Threat Mitigation, the CIA Triad and IAAA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8.3, 8.4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threat mitigation techniques.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firewall configuration and network segregation.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the CIA triad properties support each other.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IAAA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 most websites ask you to verify your email address before you can use your account?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Mitigation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Security settings, anti-malware, hardening,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Control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Access policies, MFA, password managers.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Hashing, symmetric and asymmetric encryption; backups.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Intrusion detection, VPNs, air gaps, API certification.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Vetting and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Port scanning and ethical penetration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Internet security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Firewall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Inbound and outbound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Traffic type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Application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IP address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Network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Segregation: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virtual, physical, offline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Network monitoring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Port scanning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CIA 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Confidentiality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Controlling who can access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is not tampered with. Supported by confidentiality.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is there when needed. Supported by integrity.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IAAA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79349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Who are you? Username, card or biometric.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Prove it: password, MFA, biometrics.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Authorisation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can you do? Roles and access control lists.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Accountability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did you do? Audit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hash passwords rather than encrypt them?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air gap?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IAAA stage checks permissions?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CIA property does a DDoS attack target?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hash passwords rather than encrypt them?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Hashing is one way, so stored passwords cannot be reversed.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air gap?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Physically isolating a system from other networks.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IAAA stage checks permissions?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Authorisation.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CIA property does a DDoS attack target?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Design secure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Design the account system for a school revision app.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Map each IAAA stage to a feature.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Link each feature to C, I or 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two mitigation techniques for the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four IAAA stages covered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Passwords hashed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Audit logging included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multi-factor authentication.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an audit log provide?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ethical hacking legal?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Mitigation, the CIA Triad and IAAA</dc:title>
  <dc:subject>Digital Software Development T Level: Core Paper 2</dc:subject>
  <dc:creator>Samuel O'Connell</dc:creator>
  <cp:keywords>T Level; Digital Software Development; lesson slides; 8.3, 8.4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