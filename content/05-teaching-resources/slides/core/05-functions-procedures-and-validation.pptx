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students a few minutes to answer on mini whiteboards or paper, then reveal the answers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through any answers the class found difficult.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answer on a sticky note or in the chat before leaving.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1005840"/>
            <a:ext cx="3291840" cy="3291840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9966960" y="3200400"/>
            <a:ext cx="2377440" cy="23774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138160" y="4023360"/>
            <a:ext cx="1371600" cy="1371600"/>
          </a:xfrm>
          <a:prstGeom prst="ellipse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F2B705"/>
                </a:solidFill>
                <a:latin typeface="Calibri"/>
              </a:rPr>
              <a:t>CORE COMPONENT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315200" cy="228600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Functions, Procedures and Validation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A9C8F0"/>
                </a:solidFill>
                <a:latin typeface="Calibri"/>
              </a:rPr>
              <a:t>Core Paper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A9C8F0"/>
                </a:solidFill>
                <a:latin typeface="Calibri"/>
              </a:rPr>
              <a:t>Specification reference: 2.7, 2.8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7498079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Digital Software Development T Level  ·  Lesson slides</a:t>
            </a:r>
          </a:p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Unofficial teaching resource. Check the official Pearson specification for assessment detail.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Functions, Procedures and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1">
                <a:solidFill>
                  <a:srgbClr val="54595D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24028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011680"/>
            <a:ext cx="6035040" cy="9144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Explain the difference between a function and a procedure.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9184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063240"/>
            <a:ext cx="6035040" cy="9144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Compare user-written, built-in and library subroutines.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434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114800"/>
            <a:ext cx="6035040" cy="9144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Write validation checks in code.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150876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STARTER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194560"/>
            <a:ext cx="3291840" cy="3657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03306E"/>
                </a:solidFill>
                <a:latin typeface="Cambria"/>
              </a:rPr>
              <a:t>You need to check an email address in five places in your program. Would you copy the code five times? Why not?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Functions and procedures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Functions, Procedures and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Function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59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May take parameters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Must return a result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Example:</a:t>
            </a:r>
            <a:r>
              <a:rPr sz="2200" b="0">
                <a:solidFill>
                  <a:srgbClr val="202122"/>
                </a:solidFill>
                <a:latin typeface="Calibri"/>
              </a:rPr>
              <a:t> def area(w, h): return w * 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07327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Procedure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May take parameters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Does not return a result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Example:</a:t>
            </a:r>
            <a:r>
              <a:rPr sz="2200" b="0">
                <a:solidFill>
                  <a:srgbClr val="202122"/>
                </a:solidFill>
                <a:latin typeface="Calibri"/>
              </a:rPr>
              <a:t> def greet(name): print('Hello', name)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Where subroutines come from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Functions, Procedures and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94413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3603"/>
                <a:gridCol w="3782186"/>
                <a:gridCol w="4538624"/>
              </a:tblGrid>
              <a:tr h="90525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Trade-off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</a:tr>
              <a:tr h="90525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User-written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def calculate_vat(price):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Exactly what you need, but you must write and test it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90525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Built into the language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len(), round(), max()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Reliable and fast, but general purpose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90525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Language libraries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math.sqrt(), random.randint()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Tested and documented; needs an import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90525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Third-party libraries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pandas, Matplotlib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Powerful, but adds dependencies and security risk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Validation checks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Functions, Procedures and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94414" cy="45262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2830"/>
                <a:gridCol w="3825660"/>
                <a:gridCol w="5355924"/>
              </a:tblGrid>
              <a:tr h="64661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Check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Makes sure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Python idea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Presence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Something was entered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if name != '':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Length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Right number of characters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if len(password) &gt;= 8: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Range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Within limits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if 1 &lt;= guests &lt;= 8: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Right data type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if value.isdigit():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Format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Matches a pattern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if '@' in email: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Check digit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A calculated digit matches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e.g. ISBN or barcode check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Check your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Functions, Procedures and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6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must a function do that a procedure does not?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14066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795778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Give one drawback of third-party libraries.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009644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991356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Which check makes sure a field is not blank?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5205221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5186933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Write a range check for an age between 11 and 18.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Functions, Procedures and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7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must a function do that a procedure does not?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Return a result.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14066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795778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Give one drawback of third-party libraries.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Extra dependencies, or security and maintenance risk.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009644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991356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Which check makes sure a field is not blank?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Presence check.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5205221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5186933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Write a range check for an age between 11 and 18.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if 11 &lt;= age &lt;= 18: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Activity: Validation library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Functions, Procedures and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400" b="1" i="0">
                <a:solidFill>
                  <a:srgbClr val="202122"/>
                </a:solidFill>
                <a:latin typeface="Calibri"/>
              </a:rPr>
              <a:t>30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50876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400" b="0" i="1">
                <a:solidFill>
                  <a:srgbClr val="54595D"/>
                </a:solidFill>
                <a:latin typeface="Calibri"/>
              </a:rPr>
              <a:t>Pairs, in Python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482596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40280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Write functions is_present(), is_in_range() and is_valid_email() that return True or False.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461004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18688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Write a procedure that keeps asking for input until every check passes.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439412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197096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Test each function with valid, invalid and boundary data.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5417820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175504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Add a docstring to each function.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1508760"/>
            <a:ext cx="3867912" cy="45720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SUCCESS CRITERIA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240280"/>
            <a:ext cx="3337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Functions return Booleans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No repeated code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Boundaries tested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A9C8F0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Exit ticket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64592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Is print() a function or a procedure in your own code terms, and why?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60604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What does a check digit protect against?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56616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Why reuse a validation function instead of copying code?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645920"/>
            <a:ext cx="3410712" cy="2926080"/>
          </a:xfrm>
          <a:prstGeom prst="roundRect">
            <a:avLst>
              <a:gd name="adj" fmla="val 8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03920" y="1874519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REVISE THIS TOPIC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2860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Revision notes for this lesson are on the study wiki: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926080"/>
            <a:ext cx="292608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Core Paper 1: Problem Solving, Programming, Emerging Issues and Legislation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>
                <a:solidFill>
                  <a:srgbClr val="A9C8F0"/>
                </a:solidFill>
                <a:latin typeface="Calibri"/>
              </a:rPr>
              <a:t>https://lana6478.github.io/T-level-Digital-Software-Development/#/01-core-component/01-core-paper-1.md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Functions, Procedures and Validation</dc:title>
  <dc:subject>Digital Software Development T Level: Core Paper 1</dc:subject>
  <dc:creator>Samuel O'Connell</dc:creator>
  <cp:keywords>T Level; Digital Software Development; lesson slides; 2.7, 2.8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