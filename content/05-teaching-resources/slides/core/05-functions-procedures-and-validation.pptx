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Return a result.</a:t>
            </a:r>
          </a:p>
          <a:p>
            <a:r>
              <a:t>2. A value passed into a subroutine.</a:t>
            </a:r>
          </a:p>
          <a:p>
            <a:r>
              <a:t>3. Avoid repeated code; easier to test and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Import the library, then call it.</a:t>
            </a:r>
          </a:p>
          <a:p>
            <a:r>
              <a:t>2. Dependencies to maintain, or security vulnerabilities.</a:t>
            </a:r>
          </a:p>
          <a:p>
            <a:r>
              <a:t>3. E.g. len(), round(), max(), min().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if 0 &lt;= mark &lt;= 100:</a:t>
            </a:r>
          </a:p>
          <a:p>
            <a:r>
              <a:t>2. Mistyped digits in codes such as barcodes.</a:t>
            </a:r>
          </a:p>
          <a:p>
            <a:r>
              <a:t>3. No, only that it's reasonable.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Functions, Procedures and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2.7, 2.8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Functions, Procedures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difference between a function and a procedure.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user-written, built-in and library subroutines.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Write validation checks in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 need to check an email address in five places in your program. Would you copy the code five times? Why not?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Functions and procedures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Functions, Procedures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Subroutines are named blocks of code you can call whenever you need them, so you don't repeat code.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A function may take parameters and must return a result, which the calling code can use.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A procedure may take parameters but doesn't return a result; it just does something, such as printing or saving.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Parameters are the values passed in. Using subroutines makes code shorter, easier to test and easier to change: fix the subroutine once and every call benefits.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def vat(price): return price * 0.2 is a function: total = price + vat(price). def welcome(name): print('Hi', name) is a procedure.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Functions and procedures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Functions, Procedures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Function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May take parameters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Must return a result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Example:</a:t>
            </a:r>
            <a:r>
              <a:rPr sz="2200" b="0">
                <a:solidFill>
                  <a:srgbClr val="202122"/>
                </a:solidFill>
                <a:latin typeface="Calibri"/>
              </a:rPr>
              <a:t> def area(w, h): return w * 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Procedure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May take parameters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Does not return a result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Example:</a:t>
            </a:r>
            <a:r>
              <a:rPr sz="2200" b="0">
                <a:solidFill>
                  <a:srgbClr val="202122"/>
                </a:solidFill>
                <a:latin typeface="Calibri"/>
              </a:rPr>
              <a:t> def greet(name): print('Hello', name)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Functions and procedures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Functions, Procedures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must a function do?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 parameter?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use subroutines?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Where subroutines come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Functions, Procedures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You don't have to write every subroutine yourself.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User-written subroutines do exactly what you need, but you must write and test them.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Built-in functions, such as len(), round() and max(), are always available, reliable and fast.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Standard libraries, such as math and random, are part of Python but need importing: import math, then math.sqrt(16).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Third-party libraries, such as pandas and Matplotlib, add powerful features but create dependencies to install and update, and can introduce security risks.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Rolling a dice: import random, then random.randint(1, 6): one line instead of writing your own random number generator.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Where subroutines come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Functions, Procedures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3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3782186"/>
                <a:gridCol w="4538624"/>
              </a:tblGrid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Trade-off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User-written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def calculate_vat(price):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Exactly what you need, but you must write and test it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Built into the language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len(), round(), max()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Reliable and fast, but general purpose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Language libraries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math.sqrt(), random.randint()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Tested and documented; needs an import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Third-party libraries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pandas, Matplotlib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Powerful, but adds dependencies and security risk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Where subroutines come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Functions, Procedures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How do you use a standard library function?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Give one risk of third-party libraries.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two built-in functions.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Validation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Functions, Procedures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Validation checks input is sensible before the program uses it.</a:t>
            </a:r>
          </a:p>
          <a:p>
            <a:pPr>
              <a:spcAft>
                <a:spcPts val="1260"/>
              </a:spcAft>
            </a:pPr>
            <a:r>
              <a:rPr sz="2100" b="1">
                <a:solidFill>
                  <a:srgbClr val="202122"/>
                </a:solidFill>
                <a:latin typeface="Calibri"/>
              </a:rPr>
              <a:t>Presence:</a:t>
            </a:r>
            <a:r>
              <a:rPr sz="2100" b="0">
                <a:solidFill>
                  <a:srgbClr val="202122"/>
                </a:solidFill>
                <a:latin typeface="Calibri"/>
              </a:rPr>
              <a:t> something was entered (if name != ''). Length: the right number of characters (if len(password) &gt;= 8). Range: within limits (if 1 &lt;= guests &lt;= 8). Type: the right data type (if value.isdigit()). Format: matches a pattern, such as containing '@'. Check digit: a calculated digit at the end confirms the rest, as in barcodes and ISBNs.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Validation stops crashes and bad data, but it can't tell whether data is true, only that it's reasonable.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while not age.isdigit(): age = input('Please enter a number: ') keeps asking until the input is numeric.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Validation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Functions, Procedures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2830"/>
                <a:gridCol w="3825660"/>
                <a:gridCol w="5355924"/>
              </a:tblGrid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Makes sure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Python idea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Presence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Something was entered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if name != '':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Length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Right number of characters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if len(password) &gt;= 8: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Range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Within limits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if 1 &lt;= guests &lt;= 8: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Right data type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if value.isdigit():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Matches a pattern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if '@' in email: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Check digit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 calculated digit matches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e.g. ISBN or barcode check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Validation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Functions, Procedures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Write a range check for a mark from 0 to 100.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a check digit protect against?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Can validation prove data is correct?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Functions, Procedures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must a function do that a procedure does not?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one drawback of third-party libraries.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check makes sure a field is not blank?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Write a range check for an age between 11 and 18.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Functions, Procedures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must a function do that a procedure does not?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Return a result.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one drawback of third-party libraries.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Extra dependencies, or security and maintenance risk.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check makes sure a field is not blank?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Presence check.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Write a range check for an age between 11 and 18.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if 11 &lt;= age &lt;= 18: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Validation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Functions, Procedures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Pairs, in Python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functions is_present(), is_in_range() and is_valid_email() that return True or False.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 procedure that keeps asking for input until every check passes.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Test each function with valid, invalid and boundary data.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Add a docstring to each function.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Functions return Booleans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No repeated code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Boundaries tested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Is print() a function or a procedure in your own code terms, and why?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does a check digit protect against?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reuse a validation function instead of copying code?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1: Problem Solving, Programming, Emerging Issues and Legislation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https://lana6478.github.io/T-level-Digital-Software-Development/#/01-core-component/01-core-paper-1.md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Functions, Procedures and Validation</dc:title>
  <dc:subject>Digital Software Development T Level: Core Paper 1</dc:subject>
  <dc:creator>Samuel O'Connell</dc:creator>
  <cp:keywords>T Level; Digital Software Development; lesson slides; 2.7, 2.8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