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design tools: wireframes, style guides and clickable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UX and 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Areas 4 and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4.3 (UX and UI), 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UX design principles.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wireframes, style guides and clickable prototypes.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UI features and techniques.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Make design decisions for devices, users and accessibility.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Think of an app that annoys you. What exactly makes it annoying to use?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UX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Intuitive, pleasing and on-brand.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Information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Easier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Visual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Important content stands 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Users know what they did and its effect.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Efficient navigation and easy error correction.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Works for a wide range of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UI features and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Images and animation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Audio and visual effects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Input and feedback:</a:t>
            </a:r>
            <a:r>
              <a:rPr sz="2200" b="0">
                <a:solidFill>
                  <a:srgbClr val="202122"/>
                </a:solidFill>
                <a:latin typeface="Calibri"/>
              </a:rPr>
              <a:t> text, graphics, audio, haptic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Dashboards, graphs, data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Layout grids and use of space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Fonts, letter and line spacing, justification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Colour and contrast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Input focus and hover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Browser support and target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Characteristics, accessibility and input method: voice, text, touch, mouse.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Bandwidth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What users can download.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Style and branding.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wireframe?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UX principle means users know what their action did?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does contrast matter?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example of haptic feedback.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wireframe?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simple layout sketch of a screen without final styling.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UX principle means users know what their action did?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Confirmation.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does contrast matter?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Low contrast makes text hard to read, especially for visually impaired users.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example of haptic feedback.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phone vibrating when you press a button.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Wireframe and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UX and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Wireframe three screens for a revision quiz app.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Annotate which UX principle each design choice supports.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Swap and critique another pair's wireframes for accessibility.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Improve one screen based on the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Clear visual hierarchy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Accessibility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Feedback acted 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Areas 4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UX principle your favourite app uses well.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design for touch and mouse differently?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a style guide for?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https://lana6478.github.io/T-level-Digital-Software-Development/#/02-occupational-specialism/04-design.md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and UI Design</dc:title>
  <dc:subject>Digital Software Development T Level: Specialism Content Areas 4 and 6</dc:subject>
  <dc:creator>Samuel O'Connell</dc:creator>
  <cp:keywords>T Level; Digital Software Development; lesson slides; 4.3 (UX and UI), 6.2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