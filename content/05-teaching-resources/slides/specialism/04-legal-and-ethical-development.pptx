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33C17A"/>
                </a:solidFill>
                <a:latin typeface="Calibri"/>
              </a:rPr>
              <a:t>OCCUPATIONAL SPECIALISM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Legal and Ethical Software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Specialism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Legal and Ethical Software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legal and regulatory requirements for a software context.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relevant development standards.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Consider the ethical implications of software development.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are building a mobile game for under-13s with in-app purchases. What rules might apply?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Legal and regulatory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Legal and Ethical Software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1" i="0">
                <a:solidFill>
                  <a:srgbClr val="03306E"/>
                </a:solidFill>
                <a:latin typeface="Calibri"/>
              </a:rPr>
              <a:t>Intellectual 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Rights, licences, copyright and patents.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Consumers and advertising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Consumer protection and advertising law.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Age and gambling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Age ratings and gambling legislation.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Data protection, privacy and system security.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People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Staff responsibilities, equality and diversity.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Territory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Territorial restrictions on where software can be sold.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Standards and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Legal and Ethical Software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Development standards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ISO/IEC/IEEE 90003:2018:</a:t>
            </a:r>
            <a:r>
              <a:rPr sz="2200" b="0">
                <a:solidFill>
                  <a:srgbClr val="202122"/>
                </a:solidFill>
                <a:latin typeface="Calibri"/>
              </a:rPr>
              <a:t> software engineering guidance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W3C:</a:t>
            </a:r>
            <a:r>
              <a:rPr sz="2200" b="0">
                <a:solidFill>
                  <a:srgbClr val="202122"/>
                </a:solidFill>
                <a:latin typeface="Calibri"/>
              </a:rPr>
              <a:t> web standards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Ethical considerations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Code of conduct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Professional practice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Software licensing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Inclusion and diversity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Legal and Ethical Software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laws might apply to loot boxes in games?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W3C set standards for?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do software licences matter?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Legal and Ethical Software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laws might apply to loot boxes in games?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Gambling legislation and consumer protection.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W3C set standards for?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web.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do software licences matter?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They set what you may legally do with code you use or distribute.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Legal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Legal and Ethical Software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Take the starter's children's game.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List every legal area that applies and why.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two ethical concerns.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Recommend design changes to comply.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Age, data and gambling rules considered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Ethics goes beyond the law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Changes are practical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can't you use any image you find online?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one ethical issue in software?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 territorial restrictions exist?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Ethics and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https://lana6478.github.io/T-level-Digital-Software-Development/#/02-occupational-specialism/02-ethics-and-risk.md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Legal and Ethical Software Development</dc:title>
  <dc:subject>Digital Software Development T Level: Specialism Content Area 2</dc:subject>
  <dc:creator>Samuel O'Connell</dc:creator>
  <cp:keywords>T Level; Digital Software Development; lesson slides; 2.1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