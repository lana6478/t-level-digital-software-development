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include search engines, wikis, blogs, academic papers, peers, forums, code comments and code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Sources of Knowledge and Evaluating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3.1, 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Sources of Knowledge and Evaluating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a range of sources to find information.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Judge a source on reputation, bias, evidence, cross-referencing and currency.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techniques to gather feedback on a software 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find two answers to a coding question: one on a forum from 2014, one in the official documentation. Which do you trust?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Is the source reliable?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Sources of Knowledge and Evaluating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Who wrote it? Are they credible?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the author have an angle?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backs up the content?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Cross-referencing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 independent sources agree?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Currency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When was it last updated?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Gathering data to evaluate 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Sources of Knowledge and Evaluating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Verbal feedback, formal and informal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User observation with records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Focus groups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Interviews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Peer mentoring and appraisal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Quantitative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Surveys and questionnaires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Performance data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Usage data and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Sources of Knowledge and Evaluating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might an old forum answer be unreliable?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triangulation?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one qualitative and one quantitative feedback technique.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Sources of Knowledge and Evaluating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might an old forum answer be unreliable?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may be out of date for the current language version.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triangulation?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Checking a finding against several independent sources.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one qualitative and one quantitative feedback technique.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interview; usage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Evaluate an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Sources of Knowledge and Evaluating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Pick an app one of you built, or a college system.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five-question survey and an observation checklist.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it on another group.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Summarise what the data says and one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Mix of qualitative and quantitative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Questions are unbiased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Improvement follows from the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source do you use most, and how reliable is it?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a focus group?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usage data tell you that interviews don't?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Sources of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https://lana6478.github.io/T-level-Digital-Software-Development/#/02-occupational-specialism/03-sources-of-knowledge.md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Sources of Knowledge and Evaluating Solutions</dc:title>
  <dc:subject>Digital Software Development T Level: Specialism Content Area 3</dc:subject>
  <dc:creator>Samuel O'Connell</dc:creator>
  <cp:keywords>T Level; Digital Software Development; lesson slides; 3.1, 3.2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