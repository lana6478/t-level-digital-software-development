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include search engines, wikis, blogs, academic papers, peers, forums, code comments and code repositories.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How up to date a source is.</a:t>
            </a:r>
          </a:p>
          <a:p>
            <a:r>
              <a:t>2. Checking against several independent sources.</a:t>
            </a:r>
          </a:p>
          <a:p>
            <a:r>
              <a:t>3. It's authoritative and current.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E.g. interviews, observation, focus groups.</a:t>
            </a:r>
          </a:p>
          <a:p>
            <a:r>
              <a:t>2. E.g. surveys, usage data, performance data.</a:t>
            </a:r>
          </a:p>
          <a:p>
            <a:r>
              <a:t>3. To see what's happening and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33C17A"/>
                </a:solidFill>
                <a:latin typeface="Calibri"/>
              </a:rPr>
              <a:t>OCCUPATIONAL SPECIALISM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Sources of Knowledge and Evaluating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Specialism Content Area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3.1, 3.2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Software Development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Sources of Knowledge and Evaluating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Use a range of sources to find information.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Judge a source on reputation, bias, evidence, cross-referencing and currency.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Choose techniques to gather feedback on a software solution.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You find two answers to a coding question: one on a forum from 2014, one in the official documentation. Which do you trust?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Is the source reliable?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Sources of Knowledge and Evaluating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1">
                <a:solidFill>
                  <a:srgbClr val="202122"/>
                </a:solidFill>
                <a:latin typeface="Calibri"/>
              </a:rPr>
              <a:t>Developers constantly look things up:</a:t>
            </a:r>
            <a:r>
              <a:rPr sz="2200" b="0">
                <a:solidFill>
                  <a:srgbClr val="202122"/>
                </a:solidFill>
                <a:latin typeface="Calibri"/>
              </a:rPr>
              <a:t> search engines, wikis, blogs, academic papers, peers, forums, code comments and code repositories.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Judge each source on reputation (is the author credible?), bias (do they have an angle?), evidence (what backs it up?), cross-referencing or triangulation (do other independent sources agree?) and currency (when was it last updated, and does it match your language version?).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2014 forum answer using Python 2 syntax may not work in Python 3.10. The official documentation is more current and authoritative.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Is the source reliable?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Sources of Knowledge and Evaluating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Reputation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Who wrote it? Are they credible?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Does the author have an angle?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What backs up the content?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Cross-referencing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Do independent sources agree?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Currency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When was it last updated?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Is the source reliable?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Sources of Knowledge and Evaluating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currency?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triangulation?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prefer official documentation?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Gathering data to evaluate 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Sources of Knowledge and Evaluating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To know whether software works for users, gather evidence.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Qualitative techniques capture opinions and experiences: verbal feedback, user observation with records, focus groups representing the target audience, interviews, peer mentoring and appraisals.</a:t>
            </a:r>
          </a:p>
          <a:p>
            <a:pPr>
              <a:spcAft>
                <a:spcPts val="1320"/>
              </a:spcAft>
            </a:pPr>
            <a:r>
              <a:rPr sz="2200" b="1">
                <a:solidFill>
                  <a:srgbClr val="202122"/>
                </a:solidFill>
                <a:latin typeface="Calibri"/>
              </a:rPr>
              <a:t>Quantitative techniques capture numbers:</a:t>
            </a:r>
            <a:r>
              <a:rPr sz="2200" b="0">
                <a:solidFill>
                  <a:srgbClr val="202122"/>
                </a:solidFill>
                <a:latin typeface="Calibri"/>
              </a:rPr>
              <a:t> surveys and questionnaires, performance data and usage data such as analytics.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Combining both shows what is happening and why.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Analytics show 60% of users abandon sign-up at step 3 (quantitative); interviews reveal the password rules are confusing (qualitative).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Gathering data to evaluate 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Sources of Knowledge and Evaluating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Qualitative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Verbal feedback, formal and informal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User observation with records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Focus groups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Interviews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Peer mentoring and appraisal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Quantitative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Surveys and questionnaires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Performance data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Usage data and analytics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Gathering data to evaluate 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Sources of Knowledge and Evaluating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Give one qualitative technique.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Give one quantitative technique.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combine both?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Sources of Knowledge and Evaluating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Why might an old forum answer be unreliable?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212592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94304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triangulation?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806695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788408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one qualitative and one quantitative feedback technique.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Sources of Knowledge and Evaluating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Why might an old forum answer be unreliable?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It may be out of date for the current language version.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212592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94304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triangulation?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Checking a finding against several independent sources.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806695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788408"/>
            <a:ext cx="10408615" cy="14295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one qualitative and one quantitative feedback technique.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E.g. interview; usage data.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Evaluate an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Sources of Knowledge and Evaluating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30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Small groups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Pick an app one of you built, or a college system.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a five-question survey and an observation checklist.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Test it on another group.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Summarise what the data says and one improvement.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Mix of qualitative and quantitative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Questions are unbiased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Improvement follows from the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OCCUPATIONAL SPECIALISM  ·  Specialism Content Area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source do you use most, and how reliable is it?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use a focus group?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does usage data tell you that interviews don't?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Sources of Knowledge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https://lana6478.github.io/T-level-Digital-Software-Development/#/02-occupational-specialism/03-sources-of-knowledge.md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Sources of Knowledge and Evaluating Solutions</dc:title>
  <dc:subject>Digital Software Development T Level: Specialism Content Area 3</dc:subject>
  <dc:creator>Samuel O'Connell</dc:creator>
  <cp:keywords>T Level; Digital Software Development; lesson slides; 3.1, 3.2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