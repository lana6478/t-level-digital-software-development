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Secure by design: security shapes both kinds of requirement from the start. Spike testing is early experimentation to work out the scope of a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33C17A"/>
                </a:solidFill>
                <a:latin typeface="Calibri"/>
              </a:rPr>
              <a:t>OCCUPATIONAL SPECIALISM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The Software Development Lifecycle and 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Specialism Content Area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1.1, 1.4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Software Development Lifecycle and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each stage of the software development lifecycle.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what happens during planning and requirement analysis.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Write functional and non-functional requirements.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secure by design and spike testing.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client says 'I want an app for my bakery.' What questions do you need to ask before writing any code?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SDLC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Software Development Lifecycle and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2315" y="2709672"/>
            <a:ext cx="9627064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62275" y="240792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8515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62399"/>
            <a:ext cx="1467350" cy="14020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099560"/>
            <a:ext cx="1193030" cy="11277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Understand the brief, market and your own skills gaps.</a:t>
            </a:r>
          </a:p>
        </p:txBody>
      </p:sp>
      <p:sp>
        <p:nvSpPr>
          <p:cNvPr id="11" name="Oval 10"/>
          <p:cNvSpPr/>
          <p:nvPr/>
        </p:nvSpPr>
        <p:spPr>
          <a:xfrm>
            <a:off x="2566786" y="240792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3150" y="318515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53150" y="3962399"/>
            <a:ext cx="1467350" cy="14020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90310" y="4099560"/>
            <a:ext cx="1193030" cy="11277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Requirements, KPIs, schedule, costs, language, risks.</a:t>
            </a:r>
          </a:p>
        </p:txBody>
      </p:sp>
      <p:sp>
        <p:nvSpPr>
          <p:cNvPr id="15" name="Oval 14"/>
          <p:cNvSpPr/>
          <p:nvPr/>
        </p:nvSpPr>
        <p:spPr>
          <a:xfrm>
            <a:off x="4171296" y="240792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57661" y="318515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User analysis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57661" y="3962399"/>
            <a:ext cx="1467350" cy="14020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894821" y="4099560"/>
            <a:ext cx="1193030" cy="11277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User stories, activity diagrams, ERDs.</a:t>
            </a:r>
          </a:p>
        </p:txBody>
      </p:sp>
      <p:sp>
        <p:nvSpPr>
          <p:cNvPr id="19" name="Oval 18"/>
          <p:cNvSpPr/>
          <p:nvPr/>
        </p:nvSpPr>
        <p:spPr>
          <a:xfrm>
            <a:off x="5775807" y="240792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2172" y="318515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Design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62172" y="3962399"/>
            <a:ext cx="1467350" cy="14020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99332" y="4099560"/>
            <a:ext cx="1193030" cy="11277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Interfaces, algorithms, data; review any AI-generated code.</a:t>
            </a:r>
          </a:p>
        </p:txBody>
      </p:sp>
      <p:sp>
        <p:nvSpPr>
          <p:cNvPr id="23" name="Oval 22"/>
          <p:cNvSpPr/>
          <p:nvPr/>
        </p:nvSpPr>
        <p:spPr>
          <a:xfrm>
            <a:off x="7380318" y="240792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682" y="318515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Develop and test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66682" y="3962399"/>
            <a:ext cx="1467350" cy="14020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103842" y="4099560"/>
            <a:ext cx="1193030" cy="11277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Prototype, module, integration, automated and user tests.</a:t>
            </a:r>
          </a:p>
        </p:txBody>
      </p:sp>
      <p:sp>
        <p:nvSpPr>
          <p:cNvPr id="27" name="Oval 26"/>
          <p:cNvSpPr/>
          <p:nvPr/>
        </p:nvSpPr>
        <p:spPr>
          <a:xfrm>
            <a:off x="8984829" y="240792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1193" y="318515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Deploy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71193" y="3962399"/>
            <a:ext cx="1467350" cy="14020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708353" y="4099560"/>
            <a:ext cx="1193030" cy="11277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Install, configure, document, version control.</a:t>
            </a:r>
          </a:p>
        </p:txBody>
      </p:sp>
      <p:sp>
        <p:nvSpPr>
          <p:cNvPr id="31" name="Oval 30"/>
          <p:cNvSpPr/>
          <p:nvPr/>
        </p:nvSpPr>
        <p:spPr>
          <a:xfrm>
            <a:off x="10589339" y="240792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75704" y="318515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Maintain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75704" y="3962399"/>
            <a:ext cx="1467350" cy="14020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312864" y="4099560"/>
            <a:ext cx="1193030" cy="11277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Support, bug fixes, training, updates.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Planning and requirement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Software Development Lifecycle and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Turn the brief into a project proposal with business requirements.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Computational thinking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Decompose the problem, spot patterns, abstract the detail.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Measures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Set KPIs, performance constraints and user acceptance criteria.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Schedule tasks and milestones, allocate resources and estimate costs.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Language choice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Suitability, policy, scalability, security, staff, cost, reliability.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risks and how to mitigate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Functional and non-functional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Software Development Lifecycle and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Functional: what it does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Inputs needed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Data needed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Processing that must happen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The system's logic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Platforms it runs 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Non-functional: how well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Security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Accessibility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Scalability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KPIs for responsiveness, load and reliability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User acceptance criteria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User analysis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Software Development Lifecycle and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User stories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As a customer, I want to order ahead, so that I skip the queue.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Activity and process diagrams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Show the steps a user or system goes through.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Mind maps and road maps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Explore ideas and plan releases over time.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Entity relationship diagrams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Show the data and how it links.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Software Development Lifecycle and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the SDLC stage where user stories are written.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Is 'the app loads in under 2 seconds' functional or non-functional?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secure by design?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spike testing used for?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review AI-generated code?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Software Development Lifecycle and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the SDLC stage where user stories are written.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Performing a user analysis.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Is 'the app loads in under 2 seconds' functional or non-functional?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Non-functional.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secure by design?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Building security into decisions from the start.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spike testing used for?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Early investigation to establish requirements and scope.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review AI-generated code?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To make sure it actually meets the requirements.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Requirements for the bakery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Software Development Lifecycle and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five user stories for the bakery app.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Turn them into functional requirements.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Add four non-functional requirements with measurable KPIs.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acceptance criteria for one user story.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Stories follow 'As a... I want... so that...'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KPIs are measurable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Security and accessibility included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SDLC stage do you think is most often rushed?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one non-functional requirement for a game.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set KPIs before building?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Analyse a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https://lana6478.github.io/T-level-Digital-Software-Development/#/02-occupational-specialism/01-analyse-a-problem.md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Software Development Lifecycle and Requirements</dc:title>
  <dc:subject>Digital Software Development T Level: Specialism Content Area 1</dc:subject>
  <dc:creator>Samuel O'Connell</dc:creator>
  <cp:keywords>T Level; Digital Software Development; lesson slides; 1.1, 1.4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