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 separate line of development.</a:t>
            </a:r>
          </a:p>
          <a:p>
            <a:r>
              <a:t>2. GitHubFlow.</a:t>
            </a:r>
          </a:p>
          <a:p>
            <a:r>
              <a:t>3. A request to merge changes after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should also judge when working independently is more appropriate.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Paired programming, informal walkthroughs, formal inspections.</a:t>
            </a:r>
          </a:p>
          <a:p>
            <a:r>
              <a:t>2. E.g. faster development, shared knowledge, better communication.</a:t>
            </a:r>
          </a:p>
          <a:p>
            <a:r>
              <a:t>3. For small, focused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Version control tracks changes to any files; source control manages source code specifically.</a:t>
            </a:r>
          </a:p>
          <a:p>
            <a:r>
              <a:t>2. E.g. a wiki.</a:t>
            </a:r>
          </a:p>
          <a:p>
            <a:r>
              <a:t>3. Clients and users also need to understand the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OCCUPATIONAL SPECIALISM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Platforms, Version Control and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Areas 4 and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4.2, 5.1, 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development platform features from coding to deployment.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proprietary and open-source platforms, GitFlow and GitHubFlow.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reasons for collaborative techniques and code reviews.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Select collaborative technologies.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Two developers edit the same file at the same time and both save. What happens without version control?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Development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Coding and repositories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Branching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Building and testing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Deployment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Proprietary or open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Choosing a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Target audience and budget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Technical features, security, reliability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Staff skills and training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Speed of development and updates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Performance and compatibility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Workflow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Version control tools such as Git let teams work on the same code using branches.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GitFlow uses long-lived main and develop branches, plus feature, release and hotfix branches. It suits software released on a schedule.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GitHubFlow keeps one main branch that's always ready to deploy. Developers create short feature branches and merge them through pull requests after review. It suits teams that deploy continuously.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Development platforms may be proprietary or open source; choose by audience, budget, features, skills, speed, security, reliability, performance and compatibility.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With GitHubFlow, a developer branches, fixes a bug, opens a pull request, a teammate reviews it, it's merged into main and deployed the same 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Workflow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GitFlow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Long-lived main and develop branches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Feature, release and hotfix branches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Suits scheduled releases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GitHubFlow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One main branch, always deployable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Short feature branches and pull requests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Suits continuous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Workflow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branch?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workflow keeps main always deployable?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pull request?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collaborate?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Teams build software faster and better than individuals working alone.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Work happens in parallel, which cuts development time. Communication improves, knowledge is shared and everyone's skills grow.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Code reviews catch bugs and share good practice. They include paired programming (two developers at one computer), informal walkthroughs and formal inspections.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Collaboration isn't always best, though:</a:t>
            </a:r>
            <a:r>
              <a:rPr sz="2200" b="0">
                <a:solidFill>
                  <a:srgbClr val="202122"/>
                </a:solidFill>
                <a:latin typeface="Calibri"/>
              </a:rPr>
              <a:t> some focused tasks are quicker done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In pair programming, one developer types (the driver) while the other reviews each line and thinks ahead (the navigator), then they swap.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collaborate?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Work happens in parallel.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Everyone stays informed.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Skills and knowledge are shared.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Code reviews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Paired programming, informal walkthroughs, formal inspections.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Why collaborate?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three types of code review.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two benefits of collaborating.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When might working alone be better?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Collaborative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Teams rely on technology to work together.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Communication: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email and instant messaging. Resource management: cloud storage, backup and synchronisation. Knowledge sharing: collaboration hubs, wikis, forums and news sites. Documentation for technical and non-technical readers.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Development-specific tools:</a:t>
            </a:r>
            <a:r>
              <a:rPr sz="2200" b="0">
                <a:solidFill>
                  <a:srgbClr val="202122"/>
                </a:solidFill>
                <a:latin typeface="Calibri"/>
              </a:rPr>
              <a:t> code collaboration platforms, version control (tracking every change to files), source control (managing the source code itself) and IDEs, some of which support live shared editing.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team uses a chat app for quick questions, a wiki for setup guides, Git for code, and a shared IDE session to debug together.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Collaborative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Communication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Email, instant messaging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Resource management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Cloud storage, backup, synchronisation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Knowledge sharing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Collaboration hubs, wikis, forums, news sites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Documentation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For technical and non-technical audiences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Code collaboration, version control, source control, IDEs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Collaborative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difference between version control and source control?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an example of a knowledge-sharing tool.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document for non-technical readers too?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branch?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workflow keeps one always-deployable main branch?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types of code review.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version control and source control?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branch?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separate line of development in a repository.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workflow keeps one always-deployable main branch?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GitHubFlow.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three types of code review.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Paired programming, informal walkthroughs, formal inspections.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version control and source control?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Version control tracks changes to any files over time; source control manages source code specifically.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Branch, merge,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Platforms, Version Control and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with Git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Create a repository and commit a small program.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Each partner makes a feature branch and changes a different function.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Open a pull request and review each other's code.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Merge both branches and resolve any conflict.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Meaningful commit messages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Review comments are constructive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Conflict resolved correctly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  ·  Specialism Content Areas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is working alone better than pairing?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write clear commit messages?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workflow suits a website that deploys daily?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https://lana6478.github.io/T-level-Digital-Software-Development/#/02-occupational-specialism/04-design.md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Platforms, Version Control and Collaboration</dc:title>
  <dc:subject>Digital Software Development T Level: Specialism Content Areas 4 and 5</dc:subject>
  <dc:creator>Samuel O'Connell</dc:creator>
  <cp:keywords>T Level; Digital Software Development; lesson slides; 4.2, 5.1, 5.2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