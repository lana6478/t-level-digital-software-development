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Packaging: organise front and back end into one product, e.g. HTML, CSS and frameworks, or a single executable.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five: backing services as attached resources, port binding, scale via processes, fast startup and graceful shutdown, admin tasks as one-off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OCCUPATIONAL SPECIALISM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Languages, CI/CD and Good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6.1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Languages, CI/CD and Good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Select at least two languages for front-end and back-end work.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tools, APIs, packages and libraries to add functionality.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stages of a CI/CD pipeline.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coding conventions and the 12-factor principles.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website has a page you see and a database you don't. Which languages might build each part?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Languages in the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Languages, CI/CD and Good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0096"/>
                <a:gridCol w="8514318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Typical use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Python 3.10+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Back-end logic, data processing, scripting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C#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Desktop, games and back-end services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Querying and changing databases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JavaScript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Interactive front ends, and back ends with Node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PHP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Server-side web pages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Tools and libraries add features: dynamic content, forms, files, cookies, layouts, networking, security, containers.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CI/CD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Languages, CI/CD and Good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93065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62890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Source control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Code in a repository.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62890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Build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Automated builds.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62890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Unit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Automated testing.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62890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Deploy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Automated deployment.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628900"/>
            <a:ext cx="640080" cy="6400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340614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Monitor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4183380"/>
            <a:ext cx="2109155" cy="9601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4320540"/>
            <a:ext cx="1834835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Watch it in production.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Coding conventions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Languages, CI/CD and Good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Consistent, meaningful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Annotations that explain why.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Modularisation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Small, focused functions and modules.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Consistent indentation.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Version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Commit early and often.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12-factor app (highlights)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Languages, CI/CD and Good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4125"/>
                <a:gridCol w="7740289"/>
              </a:tblGrid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Codebase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One codebase in revision control, many deploys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Dependencies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Declare and isolate them explicitly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Store configuration in the environment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Build, release, run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Keep the stages strictly separate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Processes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Run as stateless processes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Dev/prod parity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Keep development and production alike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Logs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Treat logs as event streams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Languages, CI/CD and Good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language is used to query databases?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the five CI/CD stages.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Where should configuration be stored in a 12-factor app?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keep development and production similar?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Languages, CI/CD and Good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language is used to query databases?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SQL.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the five CI/CD stages.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Source control, build automation, unit test automation, deployment automation, monitoring.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Where should configuration be stored in a 12-factor app?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In the environment.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keep development and production similar?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So code that works in development also works in production.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  ·  Specialism Content Area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Two-language mini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Languages, CI/CD and Good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45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Build a Python script that stores feedback in an SQLite database using SQL.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Move the database file name into an environment variable.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two unit tests.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Sketch how a CI pipeline would run your tests on every commit.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Two languages used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Config not hard-coded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Tests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  ·  Specialism Content Area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two languages would you pick for a booking website?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automate tests in CI?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keep secrets out of code?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Implement a Solution Using at Least Two Appropriate Languages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https://lana6478.github.io/T-level-Digital-Software-Development/#/02-occupational-specialism/06-implementation.md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Languages, CI/CD and Good Practice</dc:title>
  <dc:subject>Digital Software Development T Level: Specialism Content Area 6</dc:subject>
  <dc:creator>Samuel O'Connell</dc:creator>
  <cp:keywords>T Level; Digital Software Development; lesson slides; 6.1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